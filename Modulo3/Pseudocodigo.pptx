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5DA11-5AAF-4553-9038-434154038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4F8B45-5DC3-4016-83DD-3228220820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19FD3F-19F9-4EDD-AB79-D8C514A2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B613-266E-4159-885F-7B42BBBDCD53}" type="datetimeFigureOut">
              <a:rPr lang="es-ES" smtClean="0"/>
              <a:t>13/06/2024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3F8B87-8CAD-492F-9300-C2472E30D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E886CE-7EA4-46AF-A75E-2F140C4B0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FA4-2815-421E-B9CA-FEF6149938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30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0219E-1D47-4B95-8063-D0F1578C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1EFD87-26CE-4906-9B50-61588778A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810B06-27A5-4CFD-9385-B11A6909A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B613-266E-4159-885F-7B42BBBDCD53}" type="datetimeFigureOut">
              <a:rPr lang="es-ES" smtClean="0"/>
              <a:t>13/06/2024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A55161-2B70-4575-8F49-B2401858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B23EEE-F764-41CB-AE86-3FB48FAC1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FA4-2815-421E-B9CA-FEF6149938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8628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35B3E-913B-4EF8-A781-1925585A8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DD91EC-43D7-4C74-A20D-A4ED53A51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486100-8432-4A3A-A678-198007AD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B613-266E-4159-885F-7B42BBBDCD53}" type="datetimeFigureOut">
              <a:rPr lang="es-ES" smtClean="0"/>
              <a:t>13/06/2024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2F6D63-5A53-4BC1-BFFF-69905DC2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C93CEB-237E-4687-90FD-0DC51800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FA4-2815-421E-B9CA-FEF6149938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7183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DC426-5915-441C-968F-42F3EB3B0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7920BF-4403-4A57-B26D-F8E6160FE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C41474-3C22-4D33-8BF9-BF7075444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43765D-3568-4B65-A8AE-195A74B82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B613-266E-4159-885F-7B42BBBDCD53}" type="datetimeFigureOut">
              <a:rPr lang="es-ES" smtClean="0"/>
              <a:t>13/06/2024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F8BF4B-2089-49CA-9616-18B930F7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97F7A1-48B2-4821-A442-B6937D6F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FA4-2815-421E-B9CA-FEF6149938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9913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0371A-D161-4DAC-A1AC-33B57933F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E88661-17E4-4F9C-90CB-173245EA5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F94D63-73D1-4046-BA7E-E1BEB4A5E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7F36EEE-E843-49D6-98C0-B3F80D840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887138C-3BDB-4369-8808-7E120DC7F4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AD261D3-0E6F-4B56-81A4-4AB6D314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B613-266E-4159-885F-7B42BBBDCD53}" type="datetimeFigureOut">
              <a:rPr lang="es-ES" smtClean="0"/>
              <a:t>13/06/2024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A5C9CB4-A997-4A90-9056-D86DE3303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BBE309A-476D-4253-8CEF-5F2233403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FA4-2815-421E-B9CA-FEF6149938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194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9EBE1-06FA-4732-9F46-6A0597973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91D1E50-EC14-4984-B8E0-64C43F54B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B613-266E-4159-885F-7B42BBBDCD53}" type="datetimeFigureOut">
              <a:rPr lang="es-ES" smtClean="0"/>
              <a:t>13/06/2024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1AD966-1694-4A7B-AD3C-0FAC8FDB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7818A0A-1C27-4A03-A1CF-CAB5104FD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FA4-2815-421E-B9CA-FEF6149938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3188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0CA5CCF-16E9-46C9-9F5D-7E8636FC9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B613-266E-4159-885F-7B42BBBDCD53}" type="datetimeFigureOut">
              <a:rPr lang="es-ES" smtClean="0"/>
              <a:t>13/06/2024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CF4C03C-F364-4866-9E38-36D3C7224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91A652-4C32-47EE-BDAD-37B781805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FA4-2815-421E-B9CA-FEF6149938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522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C87EE-69E7-46CC-BE79-417AE1058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388A63-1282-4474-985B-0C3108520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D54C61-C41D-4972-BE43-BBBF45D21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B8C5B4-40D4-4131-B0F2-B7D093366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B613-266E-4159-885F-7B42BBBDCD53}" type="datetimeFigureOut">
              <a:rPr lang="es-ES" smtClean="0"/>
              <a:t>13/06/2024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FA3903-AC8D-42DD-BA77-B9F5CC41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9EBF16-E437-4243-B376-AE7A3C6E8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FA4-2815-421E-B9CA-FEF6149938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219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48C9E3-16BB-45EC-A0DE-F2FE3B5B4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721E537-4F00-4133-ABD8-A39942B3A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364CC7-BDA3-4AE7-8A76-3075DB899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B2D22A-EAA0-4217-94BF-5D1A963B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B613-266E-4159-885F-7B42BBBDCD53}" type="datetimeFigureOut">
              <a:rPr lang="es-ES" smtClean="0"/>
              <a:t>13/06/2024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02C6E7-3D39-48A2-A4AE-774A92890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DD94B2-5CC7-42BB-9B46-309BF1AE9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FA4-2815-421E-B9CA-FEF6149938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2687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1E72F-E3F3-4050-9BF6-EFC2398BD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EDE661-C53C-4C5A-834D-DC5DEC6B7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08CDCD-D679-4BA0-91A7-95C08283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B613-266E-4159-885F-7B42BBBDCD53}" type="datetimeFigureOut">
              <a:rPr lang="es-ES" smtClean="0"/>
              <a:t>13/06/2024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70E0B7-2384-402B-9EA4-1BDDBB38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E1FAD2-48F4-47F2-9716-A19278FC7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FA4-2815-421E-B9CA-FEF6149938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797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D6B673-57A5-48C7-8F9D-7E39A712C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649ED6-9148-417A-9850-36B352CF5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ACD71B-1F92-40B1-B764-4C2AFEDE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B613-266E-4159-885F-7B42BBBDCD53}" type="datetimeFigureOut">
              <a:rPr lang="es-ES" smtClean="0"/>
              <a:t>13/06/2024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7CF1A6-B96F-4071-A72D-F3F6E67C7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2E44F4-BFE5-4C22-AF7C-DCEDD5C9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9EFA4-2815-421E-B9CA-FEF6149938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7128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B5BA5E6-DA74-4F56-9E67-56D4F63C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5F0C24-27F3-4626-95B0-1E772AEAA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6EE3C3-499B-4626-8629-3D52CD245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8B613-266E-4159-885F-7B42BBBDCD53}" type="datetimeFigureOut">
              <a:rPr lang="es-ES" smtClean="0"/>
              <a:t>13/06/2024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4ABB65-DA0D-4969-8CD8-5C2F11AC2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D97CD0-9EED-456C-A14D-5A0A6AA32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9EFA4-2815-421E-B9CA-FEF6149938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4192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91D6F00B-7572-424D-9975-044EC2E08325}"/>
              </a:ext>
            </a:extLst>
          </p:cNvPr>
          <p:cNvGrpSpPr/>
          <p:nvPr/>
        </p:nvGrpSpPr>
        <p:grpSpPr>
          <a:xfrm>
            <a:off x="0" y="0"/>
            <a:ext cx="12293600" cy="6983818"/>
            <a:chOff x="0" y="0"/>
            <a:chExt cx="12293600" cy="6983818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60FE2632-59F3-457C-9034-4918F2B38545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13220FF8-91EB-4852-8430-9FE452664B6F}"/>
                </a:ext>
              </a:extLst>
            </p:cNvPr>
            <p:cNvCxnSpPr/>
            <p:nvPr/>
          </p:nvCxnSpPr>
          <p:spPr>
            <a:xfrm>
              <a:off x="0" y="2763520"/>
              <a:ext cx="12293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452C4CA5-68BB-4A64-9625-2D07BE297E66}"/>
                </a:ext>
              </a:extLst>
            </p:cNvPr>
            <p:cNvSpPr txBox="1"/>
            <p:nvPr/>
          </p:nvSpPr>
          <p:spPr>
            <a:xfrm>
              <a:off x="86360" y="120401"/>
              <a:ext cx="6893560" cy="6863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>
                  <a:latin typeface="Consolas" panose="020B0609020204030204" pitchFamily="49" charset="0"/>
                </a:rPr>
                <a:t>EN HTML</a:t>
              </a:r>
            </a:p>
            <a:p>
              <a:endParaRPr lang="es-ES" sz="1600">
                <a:latin typeface="Consolas" panose="020B0609020204030204" pitchFamily="49" charset="0"/>
              </a:endParaRPr>
            </a:p>
            <a:p>
              <a:r>
                <a:rPr lang="es-ES" sz="1600">
                  <a:latin typeface="Consolas" panose="020B0609020204030204" pitchFamily="49" charset="0"/>
                </a:rPr>
                <a:t>1. Crear tres INPUTS tipo NUMBER para leer las tres notas</a:t>
              </a:r>
            </a:p>
            <a:p>
              <a:r>
                <a:rPr lang="es-ES" sz="1600">
                  <a:latin typeface="Consolas" panose="020B0609020204030204" pitchFamily="49" charset="0"/>
                </a:rPr>
                <a:t>    (</a:t>
              </a:r>
              <a:r>
                <a:rPr lang="es-ES" sz="1600">
                  <a:highlight>
                    <a:srgbClr val="00FFFF"/>
                  </a:highlight>
                  <a:latin typeface="Consolas" panose="020B0609020204030204" pitchFamily="49" charset="0"/>
                </a:rPr>
                <a:t>NOTA1</a:t>
              </a:r>
              <a:r>
                <a:rPr lang="es-ES" sz="1600">
                  <a:latin typeface="Consolas" panose="020B0609020204030204" pitchFamily="49" charset="0"/>
                </a:rPr>
                <a:t>, </a:t>
              </a:r>
              <a:r>
                <a:rPr lang="es-ES" sz="1600">
                  <a:highlight>
                    <a:srgbClr val="00FFFF"/>
                  </a:highlight>
                  <a:latin typeface="Consolas" panose="020B0609020204030204" pitchFamily="49" charset="0"/>
                </a:rPr>
                <a:t>NOTA2</a:t>
              </a:r>
              <a:r>
                <a:rPr lang="es-ES" sz="1600">
                  <a:latin typeface="Consolas" panose="020B0609020204030204" pitchFamily="49" charset="0"/>
                </a:rPr>
                <a:t> y </a:t>
              </a:r>
              <a:r>
                <a:rPr lang="es-ES" sz="1600">
                  <a:highlight>
                    <a:srgbClr val="00FFFF"/>
                  </a:highlight>
                  <a:latin typeface="Consolas" panose="020B0609020204030204" pitchFamily="49" charset="0"/>
                </a:rPr>
                <a:t>NOTA3</a:t>
              </a:r>
              <a:r>
                <a:rPr lang="es-ES" sz="1600">
                  <a:latin typeface="Consolas" panose="020B0609020204030204" pitchFamily="49" charset="0"/>
                </a:rPr>
                <a:t>), con sus respectivos mensajes...</a:t>
              </a:r>
            </a:p>
            <a:p>
              <a:endParaRPr lang="es-ES" sz="1600">
                <a:latin typeface="Consolas" panose="020B0609020204030204" pitchFamily="49" charset="0"/>
              </a:endParaRPr>
            </a:p>
            <a:p>
              <a:r>
                <a:rPr lang="es-ES" sz="1600">
                  <a:latin typeface="Consolas" panose="020B0609020204030204" pitchFamily="49" charset="0"/>
                </a:rPr>
                <a:t>2. Crear un botón que ejecutará la función </a:t>
              </a:r>
              <a:r>
                <a:rPr lang="es-ES" sz="1600">
                  <a:solidFill>
                    <a:schemeClr val="bg1"/>
                  </a:solidFill>
                  <a:highlight>
                    <a:srgbClr val="FF00FF"/>
                  </a:highlight>
                  <a:latin typeface="Consolas" panose="020B0609020204030204" pitchFamily="49" charset="0"/>
                </a:rPr>
                <a:t>promediarNotas( )</a:t>
              </a:r>
            </a:p>
            <a:p>
              <a:endParaRPr lang="es-ES" sz="1600">
                <a:latin typeface="Consolas" panose="020B0609020204030204" pitchFamily="49" charset="0"/>
              </a:endParaRPr>
            </a:p>
            <a:p>
              <a:endParaRPr lang="es-ES" sz="1600">
                <a:latin typeface="Consolas" panose="020B0609020204030204" pitchFamily="49" charset="0"/>
              </a:endParaRPr>
            </a:p>
            <a:p>
              <a:r>
                <a:rPr lang="es-ES" sz="1600">
                  <a:latin typeface="Consolas" panose="020B0609020204030204" pitchFamily="49" charset="0"/>
                </a:rPr>
                <a:t>3. Crear un párrafo con el id </a:t>
              </a:r>
              <a:r>
                <a:rPr lang="es-ES" sz="1600">
                  <a:highlight>
                    <a:srgbClr val="00FFFF"/>
                  </a:highlight>
                  <a:latin typeface="Consolas" panose="020B0609020204030204" pitchFamily="49" charset="0"/>
                </a:rPr>
                <a:t>RESPUESTA</a:t>
              </a:r>
              <a:r>
                <a:rPr lang="es-ES" sz="1600">
                  <a:latin typeface="Consolas" panose="020B0609020204030204" pitchFamily="49" charset="0"/>
                </a:rPr>
                <a:t> </a:t>
              </a:r>
              <a:br>
                <a:rPr lang="es-ES" sz="1600">
                  <a:latin typeface="Consolas" panose="020B0609020204030204" pitchFamily="49" charset="0"/>
                </a:rPr>
              </a:br>
              <a:r>
                <a:rPr lang="es-ES" sz="1600">
                  <a:latin typeface="Consolas" panose="020B0609020204030204" pitchFamily="49" charset="0"/>
                </a:rPr>
                <a:t>    para mostrar la respuesta</a:t>
              </a:r>
            </a:p>
            <a:p>
              <a:endParaRPr lang="es-ES" sz="1600">
                <a:latin typeface="Consolas" panose="020B0609020204030204" pitchFamily="49" charset="0"/>
              </a:endParaRPr>
            </a:p>
            <a:p>
              <a:r>
                <a:rPr lang="es-ES" sz="2000" b="1">
                  <a:latin typeface="Consolas" panose="020B0609020204030204" pitchFamily="49" charset="0"/>
                </a:rPr>
                <a:t>JAVASCRIPT</a:t>
              </a:r>
              <a:r>
                <a:rPr lang="es-ES" sz="1600">
                  <a:latin typeface="Consolas" panose="020B0609020204030204" pitchFamily="49" charset="0"/>
                </a:rPr>
                <a:t> </a:t>
              </a:r>
            </a:p>
            <a:p>
              <a:endParaRPr lang="es-ES" sz="1600">
                <a:latin typeface="Consolas" panose="020B0609020204030204" pitchFamily="49" charset="0"/>
              </a:endParaRPr>
            </a:p>
            <a:p>
              <a:r>
                <a:rPr lang="es-ES" sz="1600">
                  <a:latin typeface="Consolas" panose="020B0609020204030204" pitchFamily="49" charset="0"/>
                </a:rPr>
                <a:t>1. Crear la función </a:t>
              </a:r>
              <a:r>
                <a:rPr lang="es-ES" sz="1600">
                  <a:solidFill>
                    <a:schemeClr val="bg1"/>
                  </a:solidFill>
                  <a:highlight>
                    <a:srgbClr val="FF00FF"/>
                  </a:highlight>
                  <a:latin typeface="Consolas" panose="020B0609020204030204" pitchFamily="49" charset="0"/>
                </a:rPr>
                <a:t>promediarNotas( )</a:t>
              </a:r>
            </a:p>
            <a:p>
              <a:endParaRPr lang="es-ES" sz="1600">
                <a:latin typeface="Consolas" panose="020B0609020204030204" pitchFamily="49" charset="0"/>
              </a:endParaRPr>
            </a:p>
            <a:p>
              <a:r>
                <a:rPr lang="es-ES" sz="1600">
                  <a:latin typeface="Consolas" panose="020B0609020204030204" pitchFamily="49" charset="0"/>
                </a:rPr>
                <a:t>2. Leer los datos de los inputs en tres </a:t>
              </a:r>
              <a:br>
                <a:rPr lang="es-ES" sz="1600">
                  <a:latin typeface="Consolas" panose="020B0609020204030204" pitchFamily="49" charset="0"/>
                </a:rPr>
              </a:br>
              <a:r>
                <a:rPr lang="es-ES" sz="1600">
                  <a:latin typeface="Consolas" panose="020B0609020204030204" pitchFamily="49" charset="0"/>
                </a:rPr>
                <a:t>   variables </a:t>
              </a:r>
              <a:r>
                <a:rPr lang="es-ES" sz="1600">
                  <a:solidFill>
                    <a:srgbClr val="FF0000"/>
                  </a:solidFill>
                  <a:latin typeface="Consolas" panose="020B0609020204030204" pitchFamily="49" charset="0"/>
                </a:rPr>
                <a:t>transformándolas a números</a:t>
              </a:r>
              <a:r>
                <a:rPr lang="es-ES" sz="1600">
                  <a:latin typeface="Consolas" panose="020B0609020204030204" pitchFamily="49" charset="0"/>
                </a:rPr>
                <a:t>:</a:t>
              </a:r>
            </a:p>
            <a:p>
              <a:r>
                <a:rPr lang="es-ES" sz="1600">
                  <a:latin typeface="Consolas" panose="020B0609020204030204" pitchFamily="49" charset="0"/>
                </a:rPr>
                <a:t>    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nota1</a:t>
              </a:r>
              <a:r>
                <a:rPr lang="es-ES" sz="1600">
                  <a:latin typeface="Consolas" panose="020B0609020204030204" pitchFamily="49" charset="0"/>
                </a:rPr>
                <a:t> lee </a:t>
              </a:r>
              <a:r>
                <a:rPr lang="es-ES" sz="1600">
                  <a:highlight>
                    <a:srgbClr val="00FFFF"/>
                  </a:highlight>
                  <a:latin typeface="Consolas" panose="020B0609020204030204" pitchFamily="49" charset="0"/>
                </a:rPr>
                <a:t>NOTA1</a:t>
              </a:r>
            </a:p>
            <a:p>
              <a:r>
                <a:rPr lang="es-ES" sz="1600">
                  <a:latin typeface="Consolas" panose="020B0609020204030204" pitchFamily="49" charset="0"/>
                </a:rPr>
                <a:t>    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nota2</a:t>
              </a:r>
              <a:r>
                <a:rPr lang="es-ES" sz="1600">
                  <a:latin typeface="Consolas" panose="020B0609020204030204" pitchFamily="49" charset="0"/>
                </a:rPr>
                <a:t> lee </a:t>
              </a:r>
              <a:r>
                <a:rPr lang="es-ES" sz="1600">
                  <a:highlight>
                    <a:srgbClr val="00FFFF"/>
                  </a:highlight>
                  <a:latin typeface="Consolas" panose="020B0609020204030204" pitchFamily="49" charset="0"/>
                </a:rPr>
                <a:t>NOTA2</a:t>
              </a:r>
            </a:p>
            <a:p>
              <a:r>
                <a:rPr lang="es-ES" sz="1600">
                  <a:latin typeface="Consolas" panose="020B0609020204030204" pitchFamily="49" charset="0"/>
                </a:rPr>
                <a:t>    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nota3</a:t>
              </a:r>
              <a:r>
                <a:rPr lang="es-ES" sz="1600">
                  <a:latin typeface="Consolas" panose="020B0609020204030204" pitchFamily="49" charset="0"/>
                </a:rPr>
                <a:t> lee </a:t>
              </a:r>
              <a:r>
                <a:rPr lang="es-ES" sz="1600">
                  <a:highlight>
                    <a:srgbClr val="00FFFF"/>
                  </a:highlight>
                  <a:latin typeface="Consolas" panose="020B0609020204030204" pitchFamily="49" charset="0"/>
                </a:rPr>
                <a:t>NOTA3</a:t>
              </a:r>
            </a:p>
            <a:p>
              <a:endParaRPr lang="es-ES" sz="1600">
                <a:latin typeface="Consolas" panose="020B0609020204030204" pitchFamily="49" charset="0"/>
              </a:endParaRPr>
            </a:p>
            <a:p>
              <a:r>
                <a:rPr lang="es-ES" sz="1600">
                  <a:latin typeface="Consolas" panose="020B0609020204030204" pitchFamily="49" charset="0"/>
                </a:rPr>
                <a:t>3. Crear una variable promedio para guardar </a:t>
              </a:r>
              <a:br>
                <a:rPr lang="es-ES" sz="1600">
                  <a:latin typeface="Consolas" panose="020B0609020204030204" pitchFamily="49" charset="0"/>
                </a:rPr>
              </a:br>
              <a:r>
                <a:rPr lang="es-ES" sz="1600">
                  <a:latin typeface="Consolas" panose="020B0609020204030204" pitchFamily="49" charset="0"/>
                </a:rPr>
                <a:t>   el cálculo:</a:t>
              </a:r>
            </a:p>
            <a:p>
              <a:r>
                <a:rPr lang="es-ES" sz="1600">
                  <a:latin typeface="Consolas" panose="020B0609020204030204" pitchFamily="49" charset="0"/>
                </a:rPr>
                <a:t>     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promedio</a:t>
              </a:r>
              <a:r>
                <a:rPr lang="es-ES" sz="1600">
                  <a:latin typeface="Consolas" panose="020B0609020204030204" pitchFamily="49" charset="0"/>
                </a:rPr>
                <a:t> = (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nota1</a:t>
              </a:r>
              <a:r>
                <a:rPr lang="es-ES" sz="1600">
                  <a:latin typeface="Consolas" panose="020B0609020204030204" pitchFamily="49" charset="0"/>
                </a:rPr>
                <a:t> + 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nota2</a:t>
              </a:r>
              <a:r>
                <a:rPr lang="es-ES" sz="1600">
                  <a:latin typeface="Consolas" panose="020B0609020204030204" pitchFamily="49" charset="0"/>
                </a:rPr>
                <a:t> + 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nota3</a:t>
              </a:r>
              <a:r>
                <a:rPr lang="es-ES" sz="1600">
                  <a:latin typeface="Consolas" panose="020B0609020204030204" pitchFamily="49" charset="0"/>
                </a:rPr>
                <a:t>) /3</a:t>
              </a:r>
            </a:p>
            <a:p>
              <a:endParaRPr lang="es-ES" sz="1600">
                <a:latin typeface="Consolas" panose="020B0609020204030204" pitchFamily="49" charset="0"/>
              </a:endParaRPr>
            </a:p>
            <a:p>
              <a:r>
                <a:rPr lang="es-ES" sz="1600">
                  <a:latin typeface="Consolas" panose="020B0609020204030204" pitchFamily="49" charset="0"/>
                </a:rPr>
                <a:t>4. Mostrar la variable 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promedio</a:t>
              </a:r>
              <a:r>
                <a:rPr lang="es-ES" sz="1600">
                  <a:latin typeface="Consolas" panose="020B0609020204030204" pitchFamily="49" charset="0"/>
                </a:rPr>
                <a:t> en el párrafo </a:t>
              </a:r>
              <a:r>
                <a:rPr lang="es-ES" sz="1600">
                  <a:highlight>
                    <a:srgbClr val="00FFFF"/>
                  </a:highlight>
                  <a:latin typeface="Consolas" panose="020B0609020204030204" pitchFamily="49" charset="0"/>
                </a:rPr>
                <a:t>RESPUESTA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0FECCEA9-D0B3-460F-B9E5-6E5BE0F0EF4D}"/>
                </a:ext>
              </a:extLst>
            </p:cNvPr>
            <p:cNvSpPr txBox="1"/>
            <p:nvPr/>
          </p:nvSpPr>
          <p:spPr>
            <a:xfrm>
              <a:off x="7213600" y="476001"/>
              <a:ext cx="4892040" cy="23083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ES" sz="1600">
                  <a:latin typeface="Consolas" panose="020B0609020204030204" pitchFamily="49" charset="0"/>
                </a:rPr>
                <a:t>&lt;p&gt;Indica la nota 1: &lt;input type="number" id="</a:t>
              </a:r>
              <a:r>
                <a:rPr lang="es-ES" sz="1600">
                  <a:highlight>
                    <a:srgbClr val="00FFFF"/>
                  </a:highlight>
                  <a:latin typeface="Consolas" panose="020B0609020204030204" pitchFamily="49" charset="0"/>
                </a:rPr>
                <a:t>NOTA1</a:t>
              </a:r>
              <a:r>
                <a:rPr lang="es-ES" sz="1600">
                  <a:latin typeface="Consolas" panose="020B0609020204030204" pitchFamily="49" charset="0"/>
                </a:rPr>
                <a:t>"&gt;&lt;/p&gt;</a:t>
              </a:r>
            </a:p>
            <a:p>
              <a:endParaRPr lang="es-ES" sz="1600">
                <a:latin typeface="Consolas" panose="020B0609020204030204" pitchFamily="49" charset="0"/>
              </a:endParaRPr>
            </a:p>
            <a:p>
              <a:r>
                <a:rPr lang="es-ES" sz="1600">
                  <a:latin typeface="Consolas" panose="020B0609020204030204" pitchFamily="49" charset="0"/>
                </a:rPr>
                <a:t>&lt;p&gt;&lt;button onclick="</a:t>
              </a:r>
              <a:r>
                <a:rPr lang="es-ES" sz="1600">
                  <a:solidFill>
                    <a:schemeClr val="bg1"/>
                  </a:solidFill>
                  <a:highlight>
                    <a:srgbClr val="FF00FF"/>
                  </a:highlight>
                  <a:latin typeface="Consolas" panose="020B0609020204030204" pitchFamily="49" charset="0"/>
                </a:rPr>
                <a:t>promediarNotas( )</a:t>
              </a:r>
              <a:r>
                <a:rPr lang="es-ES" sz="1600">
                  <a:latin typeface="Consolas" panose="020B0609020204030204" pitchFamily="49" charset="0"/>
                </a:rPr>
                <a:t>"&gt;</a:t>
              </a:r>
            </a:p>
            <a:p>
              <a:r>
                <a:rPr lang="es-ES" sz="1600">
                  <a:latin typeface="Consolas" panose="020B0609020204030204" pitchFamily="49" charset="0"/>
                </a:rPr>
                <a:t>  calcular promedio</a:t>
              </a:r>
              <a:br>
                <a:rPr lang="es-ES" sz="1600">
                  <a:latin typeface="Consolas" panose="020B0609020204030204" pitchFamily="49" charset="0"/>
                </a:rPr>
              </a:br>
              <a:r>
                <a:rPr lang="es-ES" sz="1600">
                  <a:latin typeface="Consolas" panose="020B0609020204030204" pitchFamily="49" charset="0"/>
                </a:rPr>
                <a:t>&lt;/button&gt;&lt;/p&gt;</a:t>
              </a:r>
            </a:p>
            <a:p>
              <a:endParaRPr lang="es-ES" sz="1600">
                <a:latin typeface="Consolas" panose="020B0609020204030204" pitchFamily="49" charset="0"/>
              </a:endParaRPr>
            </a:p>
            <a:p>
              <a:r>
                <a:rPr lang="es-ES" sz="1600">
                  <a:latin typeface="Consolas" panose="020B0609020204030204" pitchFamily="49" charset="0"/>
                </a:rPr>
                <a:t>&lt;p id="</a:t>
              </a:r>
              <a:r>
                <a:rPr lang="es-ES" sz="1600">
                  <a:highlight>
                    <a:srgbClr val="00FFFF"/>
                  </a:highlight>
                  <a:latin typeface="Consolas" panose="020B0609020204030204" pitchFamily="49" charset="0"/>
                </a:rPr>
                <a:t>RESPUESTA</a:t>
              </a:r>
              <a:r>
                <a:rPr lang="es-ES" sz="1600">
                  <a:latin typeface="Consolas" panose="020B0609020204030204" pitchFamily="49" charset="0"/>
                </a:rPr>
                <a:t>"&gt;&lt;/p&gt;</a:t>
              </a:r>
            </a:p>
            <a:p>
              <a:endParaRPr lang="es-ES" sz="1600">
                <a:latin typeface="Consolas" panose="020B0609020204030204" pitchFamily="49" charset="0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CF0A975-21CE-4FA9-92E7-9152233BB1CA}"/>
                </a:ext>
              </a:extLst>
            </p:cNvPr>
            <p:cNvSpPr txBox="1"/>
            <p:nvPr/>
          </p:nvSpPr>
          <p:spPr>
            <a:xfrm>
              <a:off x="5115560" y="3164778"/>
              <a:ext cx="6990080" cy="28007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ES" sz="1600">
                  <a:latin typeface="Consolas" panose="020B0609020204030204" pitchFamily="49" charset="0"/>
                </a:rPr>
                <a:t>function </a:t>
              </a:r>
              <a:r>
                <a:rPr lang="es-ES" sz="1600">
                  <a:solidFill>
                    <a:schemeClr val="bg1"/>
                  </a:solidFill>
                  <a:highlight>
                    <a:srgbClr val="FF00FF"/>
                  </a:highlight>
                  <a:latin typeface="Consolas" panose="020B0609020204030204" pitchFamily="49" charset="0"/>
                </a:rPr>
                <a:t>promediarNotas() </a:t>
              </a:r>
              <a:r>
                <a:rPr lang="es-ES" sz="1600">
                  <a:latin typeface="Consolas" panose="020B0609020204030204" pitchFamily="49" charset="0"/>
                </a:rPr>
                <a:t>{   </a:t>
              </a:r>
              <a:br>
                <a:rPr lang="es-ES" sz="1600">
                  <a:latin typeface="Consolas" panose="020B0609020204030204" pitchFamily="49" charset="0"/>
                </a:rPr>
              </a:br>
              <a:r>
                <a:rPr lang="es-ES" sz="1600" u="sng">
                  <a:solidFill>
                    <a:schemeClr val="accent6"/>
                  </a:solidFill>
                  <a:latin typeface="Consolas" panose="020B0609020204030204" pitchFamily="49" charset="0"/>
                </a:rPr>
                <a:t>//cerrar llaves al final</a:t>
              </a:r>
            </a:p>
            <a:p>
              <a:endParaRPr lang="es-ES" sz="1600">
                <a:latin typeface="Consolas" panose="020B0609020204030204" pitchFamily="49" charset="0"/>
              </a:endParaRPr>
            </a:p>
            <a:p>
              <a:r>
                <a:rPr lang="es-ES" sz="1600">
                  <a:latin typeface="Consolas" panose="020B0609020204030204" pitchFamily="49" charset="0"/>
                </a:rPr>
                <a:t>let 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nota1</a:t>
              </a:r>
              <a:r>
                <a:rPr lang="es-ES" sz="1600">
                  <a:latin typeface="Consolas" panose="020B0609020204030204" pitchFamily="49" charset="0"/>
                </a:rPr>
                <a:t>=</a:t>
              </a:r>
              <a:r>
                <a:rPr lang="es-ES" sz="1600">
                  <a:solidFill>
                    <a:srgbClr val="FF0000"/>
                  </a:solidFill>
                  <a:latin typeface="Consolas" panose="020B0609020204030204" pitchFamily="49" charset="0"/>
                </a:rPr>
                <a:t>parseFloat</a:t>
              </a:r>
              <a:r>
                <a:rPr lang="es-ES" sz="1600">
                  <a:latin typeface="Consolas" panose="020B0609020204030204" pitchFamily="49" charset="0"/>
                </a:rPr>
                <a:t>(document.getElementById("</a:t>
              </a:r>
              <a:r>
                <a:rPr lang="es-ES" sz="1600">
                  <a:highlight>
                    <a:srgbClr val="00FFFF"/>
                  </a:highlight>
                  <a:latin typeface="Consolas" panose="020B0609020204030204" pitchFamily="49" charset="0"/>
                </a:rPr>
                <a:t>NOTA1</a:t>
              </a:r>
              <a:r>
                <a:rPr lang="es-ES" sz="1600">
                  <a:latin typeface="Consolas" panose="020B0609020204030204" pitchFamily="49" charset="0"/>
                </a:rPr>
                <a:t>").value);</a:t>
              </a:r>
            </a:p>
            <a:p>
              <a:endParaRPr lang="es-ES" sz="1600">
                <a:latin typeface="Consolas" panose="020B0609020204030204" pitchFamily="49" charset="0"/>
              </a:endParaRPr>
            </a:p>
            <a:p>
              <a:r>
                <a:rPr lang="es-ES" sz="1600">
                  <a:latin typeface="Consolas" panose="020B0609020204030204" pitchFamily="49" charset="0"/>
                </a:rPr>
                <a:t>let 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promedio</a:t>
              </a:r>
              <a:r>
                <a:rPr lang="es-ES" sz="1600">
                  <a:latin typeface="Consolas" panose="020B0609020204030204" pitchFamily="49" charset="0"/>
                </a:rPr>
                <a:t> = (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nota1</a:t>
              </a:r>
              <a:r>
                <a:rPr lang="es-ES" sz="1600">
                  <a:latin typeface="Consolas" panose="020B0609020204030204" pitchFamily="49" charset="0"/>
                </a:rPr>
                <a:t> + 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nota2</a:t>
              </a:r>
              <a:r>
                <a:rPr lang="es-ES" sz="1600">
                  <a:latin typeface="Consolas" panose="020B0609020204030204" pitchFamily="49" charset="0"/>
                </a:rPr>
                <a:t> + 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nota3</a:t>
              </a:r>
              <a:r>
                <a:rPr lang="es-ES" sz="1600">
                  <a:latin typeface="Consolas" panose="020B0609020204030204" pitchFamily="49" charset="0"/>
                </a:rPr>
                <a:t>) /3;</a:t>
              </a:r>
            </a:p>
            <a:p>
              <a:endParaRPr lang="es-ES" sz="1600">
                <a:latin typeface="Consolas" panose="020B0609020204030204" pitchFamily="49" charset="0"/>
              </a:endParaRPr>
            </a:p>
            <a:p>
              <a:r>
                <a:rPr lang="es-ES" sz="1600">
                  <a:latin typeface="Consolas" panose="020B0609020204030204" pitchFamily="49" charset="0"/>
                </a:rPr>
                <a:t>let 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r</a:t>
              </a:r>
              <a:r>
                <a:rPr lang="es-ES" sz="1600">
                  <a:latin typeface="Consolas" panose="020B0609020204030204" pitchFamily="49" charset="0"/>
                </a:rPr>
                <a:t> = `El promedio de notas es ${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promedio</a:t>
              </a:r>
              <a:r>
                <a:rPr lang="es-ES" sz="1600">
                  <a:latin typeface="Consolas" panose="020B0609020204030204" pitchFamily="49" charset="0"/>
                </a:rPr>
                <a:t>}`;</a:t>
              </a:r>
            </a:p>
            <a:p>
              <a:endParaRPr lang="es-ES" sz="1600">
                <a:latin typeface="Consolas" panose="020B0609020204030204" pitchFamily="49" charset="0"/>
              </a:endParaRPr>
            </a:p>
            <a:p>
              <a:r>
                <a:rPr lang="es-ES" sz="1600">
                  <a:latin typeface="Consolas" panose="020B0609020204030204" pitchFamily="49" charset="0"/>
                </a:rPr>
                <a:t>document.getElementById("</a:t>
              </a:r>
              <a:r>
                <a:rPr lang="es-ES" sz="1600">
                  <a:highlight>
                    <a:srgbClr val="00FFFF"/>
                  </a:highlight>
                  <a:latin typeface="Consolas" panose="020B0609020204030204" pitchFamily="49" charset="0"/>
                </a:rPr>
                <a:t>RESPUESTA</a:t>
              </a:r>
              <a:r>
                <a:rPr lang="es-ES" sz="1600">
                  <a:latin typeface="Consolas" panose="020B0609020204030204" pitchFamily="49" charset="0"/>
                </a:rPr>
                <a:t>").innerHTML = </a:t>
              </a:r>
              <a:r>
                <a:rPr lang="es-ES" sz="1600">
                  <a:highlight>
                    <a:srgbClr val="FFFF00"/>
                  </a:highlight>
                  <a:latin typeface="Consolas" panose="020B0609020204030204" pitchFamily="49" charset="0"/>
                </a:rPr>
                <a:t>r</a:t>
              </a:r>
            </a:p>
            <a:p>
              <a:r>
                <a:rPr lang="es-ES" sz="1600">
                  <a:latin typeface="Consolas" panose="020B0609020204030204" pitchFamily="49" charset="0"/>
                </a:rPr>
                <a:t>}</a:t>
              </a:r>
              <a:endParaRPr lang="es-ES" sz="1600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03EFAF0A-922A-466A-BFBC-A13E2EF90383}"/>
                </a:ext>
              </a:extLst>
            </p:cNvPr>
            <p:cNvSpPr txBox="1"/>
            <p:nvPr/>
          </p:nvSpPr>
          <p:spPr>
            <a:xfrm>
              <a:off x="3792633" y="49281"/>
              <a:ext cx="2645853" cy="523220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>
              <a:spAutoFit/>
            </a:bodyPr>
            <a:lstStyle/>
            <a:p>
              <a:r>
                <a:rPr lang="es-ES" sz="2800" b="1">
                  <a:solidFill>
                    <a:schemeClr val="bg1"/>
                  </a:solidFill>
                </a:rPr>
                <a:t>PSEUDOCODIGO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36975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Panorámica</PresentationFormat>
  <Paragraphs>40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delatorrerita</dc:creator>
  <cp:lastModifiedBy>delatorrerita</cp:lastModifiedBy>
  <cp:revision>4</cp:revision>
  <dcterms:created xsi:type="dcterms:W3CDTF">2024-06-13T08:38:53Z</dcterms:created>
  <dcterms:modified xsi:type="dcterms:W3CDTF">2024-06-13T09:03:59Z</dcterms:modified>
</cp:coreProperties>
</file>