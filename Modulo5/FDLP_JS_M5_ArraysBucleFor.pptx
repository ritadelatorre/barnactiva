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2" r:id="rId6"/>
    <p:sldId id="264" r:id="rId7"/>
    <p:sldId id="265" r:id="rId8"/>
    <p:sldId id="270" r:id="rId9"/>
    <p:sldId id="266" r:id="rId10"/>
    <p:sldId id="267" r:id="rId11"/>
    <p:sldId id="268" r:id="rId12"/>
    <p:sldId id="269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Montserrat" panose="02000505000000020004" pitchFamily="2" charset="0"/>
      <p:regular r:id="rId23"/>
      <p:bold r:id="rId24"/>
      <p:boldItalic r:id="rId25"/>
    </p:embeddedFont>
    <p:embeddedFont>
      <p:font typeface="Montserrat Black" panose="00000A00000000000000" pitchFamily="2" charset="0"/>
      <p:bold r:id="rId26"/>
      <p:boldItalic r:id="rId27"/>
    </p:embeddedFont>
    <p:embeddedFont>
      <p:font typeface="Montserrat Bold" panose="00000800000000000000" pitchFamily="2" charset="0"/>
      <p:bold r:id="rId28"/>
    </p:embeddedFont>
    <p:embeddedFont>
      <p:font typeface="Montserrat ExtraLight" panose="00000300000000000000" pitchFamily="2" charset="0"/>
      <p:regular r:id="rId29"/>
    </p:embeddedFont>
    <p:embeddedFont>
      <p:font typeface="Montserrat Light" panose="00000400000000000000" pitchFamily="2" charset="0"/>
      <p:regular r:id="rId30"/>
    </p:embeddedFont>
    <p:embeddedFont>
      <p:font typeface="Montserrat SemiBold" panose="00000700000000000000" pitchFamily="2" charset="0"/>
      <p:bold r:id="rId31"/>
    </p:embeddedFont>
    <p:embeddedFont>
      <p:font typeface="Open Sans" panose="020B0606030504020204" pitchFamily="34" charset="0"/>
      <p:regular r:id="rId32"/>
      <p:bold r:id="rId33"/>
    </p:embeddedFont>
    <p:embeddedFont>
      <p:font typeface="Open Sans Bold" panose="020B0806030504020204" pitchFamily="34" charset="0"/>
      <p:bold r:id="rId34"/>
    </p:embeddedFont>
    <p:embeddedFont>
      <p:font typeface="Open sans regular" panose="020B0606030504020204" pitchFamily="34" charset="0"/>
      <p:regular r:id="rId35"/>
    </p:embeddedFont>
    <p:embeddedFont>
      <p:font typeface="Wingdings 3" panose="05040102010807070707" pitchFamily="18" charset="2"/>
      <p:regular r:id="rId36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EEF"/>
    <a:srgbClr val="D50283"/>
    <a:srgbClr val="FF33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45" autoAdjust="0"/>
  </p:normalViewPr>
  <p:slideViewPr>
    <p:cSldViewPr snapToGrid="0">
      <p:cViewPr varScale="1">
        <p:scale>
          <a:sx n="94" d="100"/>
          <a:sy n="94" d="100"/>
        </p:scale>
        <p:origin x="19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openxmlformats.org/officeDocument/2006/relationships/theme" Target="theme/theme1.xml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font" Target="fonts/font22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font" Target="fonts/font21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F9E47F-24E9-4C87-A8DA-13C8C48E2AC3}" type="datetimeFigureOut">
              <a:rPr lang="es-ES" smtClean="0"/>
              <a:t>04/07/2022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9D9F8-60B7-4724-9377-3F156D47688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0648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26098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4645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7910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0215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0008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75733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29099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49945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57217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5797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 título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CF07C081-AD80-41FB-9848-0572E973C3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80998"/>
            <a:ext cx="652329" cy="445047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F43AF3D3-E9D7-407B-BAF0-7B0141FCB6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2099" y="4327164"/>
            <a:ext cx="7982934" cy="1655762"/>
          </a:xfrm>
        </p:spPr>
        <p:txBody>
          <a:bodyPr vert="horz" lIns="91440" tIns="45720" rIns="91440" bIns="45720" rtlCol="0" anchor="t" anchorCtr="0">
            <a:noAutofit/>
          </a:bodyPr>
          <a:lstStyle>
            <a:lvl1pPr algn="l">
              <a:defRPr lang="es-ES" sz="3400">
                <a:solidFill>
                  <a:schemeClr val="tx1"/>
                </a:solidFill>
                <a:latin typeface="Montserrat Light" panose="00000400000000000000" pitchFamily="2" charset="0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s-ES"/>
              <a:t>Haga clic para modificar el estilo de subtítulo del patrón</a:t>
            </a:r>
            <a:endParaRPr lang="es-ES" dirty="0"/>
          </a:p>
        </p:txBody>
      </p:sp>
      <p:pic>
        <p:nvPicPr>
          <p:cNvPr id="9" name="Imatge 2">
            <a:extLst>
              <a:ext uri="{FF2B5EF4-FFF2-40B4-BE49-F238E27FC236}">
                <a16:creationId xmlns:a16="http://schemas.microsoft.com/office/drawing/2014/main" id="{B0169273-1CBC-4DF7-BF51-B7ADC7659601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8858864" y="105600"/>
            <a:ext cx="3336375" cy="710477"/>
          </a:xfrm>
          <a:prstGeom prst="rect">
            <a:avLst/>
          </a:prstGeom>
          <a:ln>
            <a:noFill/>
          </a:ln>
        </p:spPr>
      </p:pic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9FE0C782-4900-4148-82AC-71F4196AA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52378" y="6409941"/>
            <a:ext cx="757084" cy="401580"/>
          </a:xfrm>
        </p:spPr>
        <p:txBody>
          <a:bodyPr/>
          <a:lstStyle>
            <a:lvl1pPr algn="ctr"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907107B-1434-45AF-B15D-5A2C16F782F8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5" name="CustomShape 4">
            <a:extLst>
              <a:ext uri="{FF2B5EF4-FFF2-40B4-BE49-F238E27FC236}">
                <a16:creationId xmlns:a16="http://schemas.microsoft.com/office/drawing/2014/main" id="{F5229FE4-E10D-4813-8D59-18C9368FC7FD}"/>
              </a:ext>
            </a:extLst>
          </p:cNvPr>
          <p:cNvSpPr/>
          <p:nvPr userDrawn="1"/>
        </p:nvSpPr>
        <p:spPr>
          <a:xfrm rot="16200000">
            <a:off x="-9360" y="610920"/>
            <a:ext cx="846000" cy="2271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ca-ES" sz="900" b="1" strike="noStrike" spc="-1" dirty="0">
                <a:solidFill>
                  <a:srgbClr val="222222"/>
                </a:solidFill>
                <a:latin typeface="Montserrat SemiBold"/>
                <a:ea typeface="Open Sans" panose="020B0606030504020204" pitchFamily="34" charset="0"/>
              </a:rPr>
              <a:t>IT ACADEMY</a:t>
            </a:r>
            <a:endParaRPr lang="ca-ES" sz="900" b="0" strike="noStrike" spc="-1" dirty="0">
              <a:latin typeface="Arial"/>
            </a:endParaRPr>
          </a:p>
        </p:txBody>
      </p:sp>
      <p:pic>
        <p:nvPicPr>
          <p:cNvPr id="1028" name="Picture 4" descr="Promoción Económica | Fons FEDER">
            <a:extLst>
              <a:ext uri="{FF2B5EF4-FFF2-40B4-BE49-F238E27FC236}">
                <a16:creationId xmlns:a16="http://schemas.microsoft.com/office/drawing/2014/main" id="{ACA5A6EE-61EC-4B39-8FF8-C2327665822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370"/>
          <a:stretch/>
        </p:blipFill>
        <p:spPr bwMode="auto">
          <a:xfrm>
            <a:off x="9385033" y="5995215"/>
            <a:ext cx="2547186" cy="54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ustomShape 3">
            <a:extLst>
              <a:ext uri="{FF2B5EF4-FFF2-40B4-BE49-F238E27FC236}">
                <a16:creationId xmlns:a16="http://schemas.microsoft.com/office/drawing/2014/main" id="{1B239872-7A75-46E7-B47F-B5141D0E4F74}"/>
              </a:ext>
            </a:extLst>
          </p:cNvPr>
          <p:cNvSpPr/>
          <p:nvPr userDrawn="1"/>
        </p:nvSpPr>
        <p:spPr>
          <a:xfrm>
            <a:off x="1402099" y="2281576"/>
            <a:ext cx="10145160" cy="1645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80000"/>
              </a:lnSpc>
            </a:pPr>
            <a:r>
              <a:rPr lang="ca-ES" sz="8000" b="0" strike="noStrike" spc="-1" dirty="0">
                <a:solidFill>
                  <a:srgbClr val="D50283"/>
                </a:solidFill>
                <a:latin typeface="Montserrat Black"/>
                <a:ea typeface="Open Sans" panose="020B0606030504020204" pitchFamily="34" charset="0"/>
              </a:rPr>
              <a:t>Fonaments de </a:t>
            </a:r>
          </a:p>
          <a:p>
            <a:pPr>
              <a:lnSpc>
                <a:spcPct val="80000"/>
              </a:lnSpc>
            </a:pPr>
            <a:r>
              <a:rPr lang="ca-ES" sz="8000" b="0" strike="noStrike" spc="-1" dirty="0">
                <a:latin typeface="Montserrat Black"/>
                <a:ea typeface="Open Sans" panose="020B0606030504020204" pitchFamily="34" charset="0"/>
              </a:rPr>
              <a:t>la programació</a:t>
            </a:r>
            <a:endParaRPr lang="ca-ES" sz="8000" b="0" strike="noStrike" spc="-1" dirty="0">
              <a:latin typeface="Arial"/>
            </a:endParaRPr>
          </a:p>
        </p:txBody>
      </p:sp>
      <p:pic>
        <p:nvPicPr>
          <p:cNvPr id="11" name="Picture 10" descr="Icono Javascript, logotipo Gratis de Vector Logo">
            <a:extLst>
              <a:ext uri="{FF2B5EF4-FFF2-40B4-BE49-F238E27FC236}">
                <a16:creationId xmlns:a16="http://schemas.microsoft.com/office/drawing/2014/main" id="{D8C669A5-5D16-48F1-BF42-CF3A283DA1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1987" y="4152398"/>
            <a:ext cx="3235828" cy="1617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2181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5C19F8-06AE-4AF5-A3CB-50154CDA8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D50283"/>
                </a:solidFill>
                <a:latin typeface="Montserrat" panose="02000505000000020004" pitchFamily="2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D0FCAB-7B20-4FC4-A31A-CE78475EA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1"/>
              </a:buClr>
              <a:defRPr/>
            </a:lvl1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548946-9DF2-4920-9779-297F46C51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CustomShape 10">
            <a:extLst>
              <a:ext uri="{FF2B5EF4-FFF2-40B4-BE49-F238E27FC236}">
                <a16:creationId xmlns:a16="http://schemas.microsoft.com/office/drawing/2014/main" id="{2DAA1008-2F8E-4E06-B17B-1A90FBB35714}"/>
              </a:ext>
            </a:extLst>
          </p:cNvPr>
          <p:cNvSpPr/>
          <p:nvPr userDrawn="1"/>
        </p:nvSpPr>
        <p:spPr>
          <a:xfrm rot="16200000">
            <a:off x="-9360" y="610920"/>
            <a:ext cx="846000" cy="2271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ca-ES" sz="900" b="1" strike="noStrike" spc="-1" dirty="0">
                <a:solidFill>
                  <a:srgbClr val="222222"/>
                </a:solidFill>
                <a:latin typeface="Montserrat SemiBold"/>
                <a:ea typeface="Open Sans" panose="020B0606030504020204" pitchFamily="34" charset="0"/>
              </a:rPr>
              <a:t>IT ACADEMY</a:t>
            </a:r>
            <a:endParaRPr lang="ca-ES" sz="9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486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06DCE2-612D-4A83-A4E9-722245E03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D50283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840BAC-0F38-41AA-A398-946461AB9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5AB8F5-D0B0-4164-B3C3-A013BD5A2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4779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FAA048-A7A9-4AE0-888F-AF3E27835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B7C1F8-44A1-4FFE-8A9A-DC6AFBE8C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B3A87B2-13EA-483D-8777-512B9EA1D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2C8EA4A-DB6A-4C18-9628-038AD3EDB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451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E31D-F8D1-42A2-B7AD-E340E58C1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1308FA-AF25-45BD-A381-2E790D5D1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047ECA-DC4F-429A-9A8D-0DDDD0261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1B52362-5C00-4BB7-94C3-91F60FEBA6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B62306F-4DA1-48A7-AAD3-5DEBD61CC8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B91FC99-4173-41A4-B722-7F30284F8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0696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1C77C1-CCD2-474A-A4F3-A32A34408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9BE269B-C2DF-4E67-961D-D291C6B20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8474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10F878-0DDB-4A6A-A76C-9C46087F4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3492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FB4C18-C3A3-4D0D-8CF5-D53AF576C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7D7D2A-D625-44BD-8386-A476DD3F3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3263DC-E73D-43EC-B944-1AA7793C9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88052C-D810-4814-B217-BE255836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2215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807487-0678-4DE4-BDA7-5567CF6D2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F031D93-9ACD-4086-B0BC-59954359F5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96D922D-84F1-40EE-8EBA-F9E63458BD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9C078F-AE67-4464-A17D-D2F5FBDAF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315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7AACB4-CB31-4666-A22F-3583F5BE5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CFB577A-315B-43CE-9A96-C778A677A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solidFill>
            <a:schemeClr val="bg1"/>
          </a:solidFill>
        </p:spPr>
        <p:txBody>
          <a:bodyPr vert="eaVert"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685800" indent="-228600">
              <a:buFont typeface="Arial" panose="020B0604020202020204" pitchFamily="34" charset="0"/>
              <a:buChar char="•"/>
              <a:defRPr/>
            </a:lvl2pPr>
            <a:lvl3pPr marL="1143000" indent="-228600">
              <a:buFont typeface="Arial" panose="020B0604020202020204" pitchFamily="34" charset="0"/>
              <a:buChar char="•"/>
              <a:defRPr/>
            </a:lvl3pPr>
            <a:lvl4pPr marL="1600200" indent="-228600">
              <a:buFont typeface="Arial" panose="020B0604020202020204" pitchFamily="34" charset="0"/>
              <a:buChar char="•"/>
              <a:defRPr/>
            </a:lvl4pPr>
            <a:lvl5pPr marL="20574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5BDF81-5726-4CA8-A431-529F8691F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964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vertical y texto">
    <p:bg>
      <p:bgPr>
        <a:solidFill>
          <a:srgbClr val="D502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stomShape 2">
            <a:extLst>
              <a:ext uri="{FF2B5EF4-FFF2-40B4-BE49-F238E27FC236}">
                <a16:creationId xmlns:a16="http://schemas.microsoft.com/office/drawing/2014/main" id="{CB420FBF-7F38-4C8E-8DAD-4F4A8E8B79FA}"/>
              </a:ext>
            </a:extLst>
          </p:cNvPr>
          <p:cNvSpPr/>
          <p:nvPr userDrawn="1"/>
        </p:nvSpPr>
        <p:spPr>
          <a:xfrm>
            <a:off x="821520" y="1125360"/>
            <a:ext cx="1769040" cy="394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ca-ES" sz="2000" b="1" strike="noStrike" spc="-1" dirty="0">
                <a:solidFill>
                  <a:srgbClr val="FFFFFF"/>
                </a:solidFill>
                <a:latin typeface="Montserrat SemiBold"/>
                <a:ea typeface="Open Sans" panose="020B0606030504020204" pitchFamily="34" charset="0"/>
              </a:rPr>
              <a:t>IT ACADEMY</a:t>
            </a:r>
            <a:endParaRPr lang="ca-ES" sz="2000" b="0" strike="noStrike" spc="-1" dirty="0">
              <a:latin typeface="Arial"/>
            </a:endParaRPr>
          </a:p>
        </p:txBody>
      </p:sp>
      <p:sp>
        <p:nvSpPr>
          <p:cNvPr id="8" name="CustomShape 3">
            <a:extLst>
              <a:ext uri="{FF2B5EF4-FFF2-40B4-BE49-F238E27FC236}">
                <a16:creationId xmlns:a16="http://schemas.microsoft.com/office/drawing/2014/main" id="{8619C5F3-39D9-485D-AE3F-CDD53A5D0F3C}"/>
              </a:ext>
            </a:extLst>
          </p:cNvPr>
          <p:cNvSpPr/>
          <p:nvPr userDrawn="1"/>
        </p:nvSpPr>
        <p:spPr>
          <a:xfrm>
            <a:off x="1019160" y="2537280"/>
            <a:ext cx="5256360" cy="12484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80000"/>
              </a:lnSpc>
            </a:pPr>
            <a:r>
              <a:rPr lang="ca-ES" sz="8100" b="1" strike="noStrike" spc="-1" dirty="0">
                <a:solidFill>
                  <a:srgbClr val="FFFFFF"/>
                </a:solidFill>
                <a:latin typeface="Montserrat Bold"/>
                <a:ea typeface="Open Sans" panose="020B0606030504020204" pitchFamily="34" charset="0"/>
              </a:rPr>
              <a:t>Gràcies!</a:t>
            </a:r>
            <a:endParaRPr lang="ca-ES" sz="8100" b="0" strike="noStrike" spc="-1" dirty="0">
              <a:latin typeface="Arial"/>
            </a:endParaRPr>
          </a:p>
        </p:txBody>
      </p:sp>
      <p:sp>
        <p:nvSpPr>
          <p:cNvPr id="9" name="CustomShape 4">
            <a:extLst>
              <a:ext uri="{FF2B5EF4-FFF2-40B4-BE49-F238E27FC236}">
                <a16:creationId xmlns:a16="http://schemas.microsoft.com/office/drawing/2014/main" id="{BE84EC9D-BF67-4B62-9BA5-232910B72D11}"/>
              </a:ext>
            </a:extLst>
          </p:cNvPr>
          <p:cNvSpPr/>
          <p:nvPr userDrawn="1"/>
        </p:nvSpPr>
        <p:spPr>
          <a:xfrm>
            <a:off x="991440" y="4709160"/>
            <a:ext cx="3072240" cy="166392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>
              <a:lnSpc>
                <a:spcPct val="75000"/>
              </a:lnSpc>
            </a:pPr>
            <a:r>
              <a:rPr lang="ca-ES" sz="1400" b="0" strike="noStrike" spc="-1" dirty="0" err="1">
                <a:solidFill>
                  <a:srgbClr val="FFFFFF"/>
                </a:solidFill>
                <a:latin typeface="Open Sans Bold"/>
                <a:ea typeface="Open Sans" panose="020B0606030504020204" pitchFamily="34" charset="0"/>
              </a:rPr>
              <a:t>Cibernàrium</a:t>
            </a:r>
            <a:endParaRPr lang="ca-ES" sz="1400" b="0" strike="noStrike" spc="-1" dirty="0">
              <a:latin typeface="Arial"/>
            </a:endParaRPr>
          </a:p>
        </p:txBody>
      </p:sp>
      <p:sp>
        <p:nvSpPr>
          <p:cNvPr id="10" name="CustomShape 5">
            <a:extLst>
              <a:ext uri="{FF2B5EF4-FFF2-40B4-BE49-F238E27FC236}">
                <a16:creationId xmlns:a16="http://schemas.microsoft.com/office/drawing/2014/main" id="{FC746C88-0184-4B66-93EB-0BF2D4011241}"/>
              </a:ext>
            </a:extLst>
          </p:cNvPr>
          <p:cNvSpPr/>
          <p:nvPr userDrawn="1"/>
        </p:nvSpPr>
        <p:spPr>
          <a:xfrm>
            <a:off x="4939920" y="4709160"/>
            <a:ext cx="3072240" cy="166392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>
              <a:lnSpc>
                <a:spcPct val="75000"/>
              </a:lnSpc>
            </a:pPr>
            <a:r>
              <a:rPr lang="ca-ES" sz="1400" b="0" strike="noStrike" spc="-1" dirty="0">
                <a:solidFill>
                  <a:srgbClr val="FFFFFF"/>
                </a:solidFill>
                <a:latin typeface="Open Sans Bold"/>
                <a:ea typeface="Open Sans" panose="020B0606030504020204" pitchFamily="34" charset="0"/>
              </a:rPr>
              <a:t>Barcelona Activa Seu Central</a:t>
            </a:r>
            <a:endParaRPr lang="ca-ES" sz="1400" b="0" strike="noStrike" spc="-1" dirty="0">
              <a:latin typeface="Arial"/>
            </a:endParaRPr>
          </a:p>
        </p:txBody>
      </p:sp>
      <p:pic>
        <p:nvPicPr>
          <p:cNvPr id="11" name="Imagen 772">
            <a:extLst>
              <a:ext uri="{FF2B5EF4-FFF2-40B4-BE49-F238E27FC236}">
                <a16:creationId xmlns:a16="http://schemas.microsoft.com/office/drawing/2014/main" id="{9F0C9621-50AE-47B4-A290-964CCEEAA908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967680" y="5250600"/>
            <a:ext cx="3783600" cy="976680"/>
          </a:xfrm>
          <a:prstGeom prst="rect">
            <a:avLst/>
          </a:prstGeom>
          <a:ln>
            <a:noFill/>
          </a:ln>
        </p:spPr>
      </p:pic>
      <p:pic>
        <p:nvPicPr>
          <p:cNvPr id="12" name="Imagen 773">
            <a:extLst>
              <a:ext uri="{FF2B5EF4-FFF2-40B4-BE49-F238E27FC236}">
                <a16:creationId xmlns:a16="http://schemas.microsoft.com/office/drawing/2014/main" id="{614ECAE8-AF92-4593-84F4-E7AB04BEBA2B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5004000" y="5182920"/>
            <a:ext cx="3783600" cy="1116360"/>
          </a:xfrm>
          <a:prstGeom prst="rect">
            <a:avLst/>
          </a:prstGeom>
          <a:ln>
            <a:noFill/>
          </a:ln>
        </p:spPr>
      </p:pic>
      <p:pic>
        <p:nvPicPr>
          <p:cNvPr id="13" name="Imatge 2">
            <a:extLst>
              <a:ext uri="{FF2B5EF4-FFF2-40B4-BE49-F238E27FC236}">
                <a16:creationId xmlns:a16="http://schemas.microsoft.com/office/drawing/2014/main" id="{18D2EA59-55A1-4E68-A4B7-A7A49CC61E83}"/>
              </a:ext>
            </a:extLst>
          </p:cNvPr>
          <p:cNvPicPr/>
          <p:nvPr userDrawn="1"/>
        </p:nvPicPr>
        <p:blipFill>
          <a:blip r:embed="rId4"/>
          <a:stretch/>
        </p:blipFill>
        <p:spPr>
          <a:xfrm>
            <a:off x="8315280" y="410400"/>
            <a:ext cx="3884760" cy="820080"/>
          </a:xfrm>
          <a:prstGeom prst="rect">
            <a:avLst/>
          </a:prstGeom>
          <a:ln>
            <a:noFill/>
          </a:ln>
        </p:spPr>
      </p:pic>
      <p:pic>
        <p:nvPicPr>
          <p:cNvPr id="14" name="Imatge 7">
            <a:extLst>
              <a:ext uri="{FF2B5EF4-FFF2-40B4-BE49-F238E27FC236}">
                <a16:creationId xmlns:a16="http://schemas.microsoft.com/office/drawing/2014/main" id="{67D870C8-E51C-457C-86BD-3706FF88401D}"/>
              </a:ext>
            </a:extLst>
          </p:cNvPr>
          <p:cNvPicPr/>
          <p:nvPr userDrawn="1"/>
        </p:nvPicPr>
        <p:blipFill>
          <a:blip r:embed="rId5"/>
          <a:stretch/>
        </p:blipFill>
        <p:spPr>
          <a:xfrm>
            <a:off x="8823600" y="5977080"/>
            <a:ext cx="3178080" cy="4464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1010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4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95EB1C4-300D-4E38-AF4A-26C19ED2F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306D52F-6A99-401C-A86E-27EF1CC03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49ED0C4-1D2D-41BB-8B89-5FFAB6C0462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16388"/>
            <a:ext cx="652329" cy="445047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7DC9E7-2292-4065-A075-D6C5D66C5A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50"/>
            <a:ext cx="5481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907107B-1434-45AF-B15D-5A2C16F782F8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9" name="CustomShape 4">
            <a:extLst>
              <a:ext uri="{FF2B5EF4-FFF2-40B4-BE49-F238E27FC236}">
                <a16:creationId xmlns:a16="http://schemas.microsoft.com/office/drawing/2014/main" id="{A1D34375-5582-47BB-9497-FDEAB0852BC9}"/>
              </a:ext>
            </a:extLst>
          </p:cNvPr>
          <p:cNvSpPr/>
          <p:nvPr userDrawn="1"/>
        </p:nvSpPr>
        <p:spPr>
          <a:xfrm rot="16200000">
            <a:off x="-9360" y="610920"/>
            <a:ext cx="846000" cy="2271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ca-ES" sz="900" b="1" strike="noStrike" spc="-1" dirty="0">
                <a:solidFill>
                  <a:srgbClr val="222222"/>
                </a:solidFill>
                <a:latin typeface="Montserrat SemiBold"/>
                <a:ea typeface="Open Sans" panose="020B0606030504020204" pitchFamily="34" charset="0"/>
              </a:rPr>
              <a:t>IT ACADEMY</a:t>
            </a:r>
            <a:endParaRPr lang="ca-ES" sz="900" b="0" strike="noStrike" spc="-1" dirty="0">
              <a:latin typeface="Arial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D5662FA-9965-4D3C-93C1-3EA856D45DF3}"/>
              </a:ext>
            </a:extLst>
          </p:cNvPr>
          <p:cNvSpPr txBox="1"/>
          <p:nvPr userDrawn="1"/>
        </p:nvSpPr>
        <p:spPr>
          <a:xfrm>
            <a:off x="8322534" y="6492875"/>
            <a:ext cx="2861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400" dirty="0" err="1">
                <a:latin typeface="Montserrat ExtraLight" panose="00000300000000000000" pitchFamily="2" charset="0"/>
              </a:rPr>
              <a:t>Fonaments</a:t>
            </a:r>
            <a:r>
              <a:rPr lang="es-ES" sz="1400" dirty="0">
                <a:latin typeface="Montserrat ExtraLight" panose="00000300000000000000" pitchFamily="2" charset="0"/>
              </a:rPr>
              <a:t> de la </a:t>
            </a:r>
            <a:r>
              <a:rPr lang="es-ES" sz="1400" dirty="0" err="1">
                <a:latin typeface="Montserrat ExtraLight" panose="00000300000000000000" pitchFamily="2" charset="0"/>
              </a:rPr>
              <a:t>programació</a:t>
            </a:r>
            <a:endParaRPr lang="es-ES" sz="1400" dirty="0">
              <a:latin typeface="Montserrat ExtraLight" panose="00000300000000000000" pitchFamily="2" charset="0"/>
            </a:endParaRPr>
          </a:p>
        </p:txBody>
      </p:sp>
      <p:pic>
        <p:nvPicPr>
          <p:cNvPr id="1026" name="Picture 2" descr="Icono Javascript, vertical, logotipo Gratis de Vector Logo">
            <a:extLst>
              <a:ext uri="{FF2B5EF4-FFF2-40B4-BE49-F238E27FC236}">
                <a16:creationId xmlns:a16="http://schemas.microsoft.com/office/drawing/2014/main" id="{ABFD63C2-0E41-4E5F-98DA-7DC4FB3ADA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3077" y="6046279"/>
            <a:ext cx="683956" cy="715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9276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D50283"/>
          </a:solidFill>
          <a:latin typeface="Montserrat" panose="020005050000000200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en sans regular" panose="020B0502040204020203" pitchFamily="34" charset="0"/>
          <a:ea typeface="Open sans regular" panose="020B0502040204020203" pitchFamily="34" charset="0"/>
          <a:cs typeface="Open sans regular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pen sans regular" panose="020B0502040204020203" pitchFamily="34" charset="0"/>
          <a:ea typeface="Open sans regular" panose="020B0502040204020203" pitchFamily="34" charset="0"/>
          <a:cs typeface="Open sans regular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en sans regular" panose="020B0502040204020203" pitchFamily="34" charset="0"/>
          <a:ea typeface="Open sans regular" panose="020B0502040204020203" pitchFamily="34" charset="0"/>
          <a:cs typeface="Open sans regular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 regular" panose="020B0502040204020203" pitchFamily="34" charset="0"/>
          <a:ea typeface="Open sans regular" panose="020B0502040204020203" pitchFamily="34" charset="0"/>
          <a:cs typeface="Open sans regular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 regular" panose="020B0502040204020203" pitchFamily="34" charset="0"/>
          <a:ea typeface="Open sans regular" panose="020B0502040204020203" pitchFamily="34" charset="0"/>
          <a:cs typeface="Open sans regular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ref/jsref_push.asp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w3schools.com/jsref/jsref_obj_array.asp" TargetMode="External"/><Relationship Id="rId5" Type="http://schemas.openxmlformats.org/officeDocument/2006/relationships/hyperlink" Target="https://www.w3schools.com/jsref/jsref_length_array.asp" TargetMode="External"/><Relationship Id="rId4" Type="http://schemas.openxmlformats.org/officeDocument/2006/relationships/hyperlink" Target="https://www.w3schools.com/jsref/jsref_splice.asp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ref/jsref_sort.asp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s/docs/Web/JavaScript/Reference/Statements/for...of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C9F0EFC5-88FA-4A21-BD57-D64936E9F1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2099" y="4645890"/>
            <a:ext cx="7919183" cy="1337035"/>
          </a:xfrm>
        </p:spPr>
        <p:txBody>
          <a:bodyPr/>
          <a:lstStyle/>
          <a:p>
            <a:pPr marL="0" indent="0">
              <a:buNone/>
            </a:pPr>
            <a:r>
              <a:rPr lang="es-ES" sz="3600"/>
              <a:t>Arrays i el bucle For</a:t>
            </a:r>
            <a:endParaRPr lang="es-ES" sz="36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5C1BD50-1A27-4622-96FE-D6341E4AE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pPr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1917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/>
          <p:nvPr/>
        </p:nvSpPr>
        <p:spPr>
          <a:xfrm>
            <a:off x="838200" y="1340775"/>
            <a:ext cx="7366500" cy="5148300"/>
          </a:xfrm>
          <a:prstGeom prst="rect">
            <a:avLst/>
          </a:prstGeom>
          <a:noFill/>
          <a:ln w="12700" cap="flat" cmpd="sng">
            <a:solidFill>
              <a:srgbClr val="FF33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50283"/>
              </a:buClr>
              <a:buSzPts val="4000"/>
              <a:buFont typeface="Montserrat"/>
              <a:buNone/>
            </a:pPr>
            <a:r>
              <a:rPr lang="es-ES"/>
              <a:t>Estructures </a:t>
            </a:r>
            <a:r>
              <a:rPr lang="es-ES">
                <a:solidFill>
                  <a:schemeClr val="dk1"/>
                </a:solidFill>
              </a:rPr>
              <a:t>en JavaScript</a:t>
            </a:r>
            <a:br>
              <a:rPr lang="es-E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</p:txBody>
      </p:sp>
      <p:sp>
        <p:nvSpPr>
          <p:cNvPr id="88" name="Google Shape;88;p2"/>
          <p:cNvSpPr txBox="1">
            <a:spLocks noGrp="1"/>
          </p:cNvSpPr>
          <p:nvPr>
            <p:ph type="sldNum" idx="12"/>
          </p:nvPr>
        </p:nvSpPr>
        <p:spPr>
          <a:xfrm>
            <a:off x="0" y="6356350"/>
            <a:ext cx="5481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1114491" y="1571423"/>
            <a:ext cx="2520000" cy="967866"/>
          </a:xfrm>
          <a:custGeom>
            <a:avLst/>
            <a:gdLst/>
            <a:ahLst/>
            <a:cxnLst/>
            <a:rect l="l" t="t" r="r" b="b"/>
            <a:pathLst>
              <a:path w="2674950" h="967866" extrusionOk="0">
                <a:moveTo>
                  <a:pt x="0" y="96787"/>
                </a:moveTo>
                <a:cubicBezTo>
                  <a:pt x="0" y="43333"/>
                  <a:pt x="43333" y="0"/>
                  <a:pt x="96787" y="0"/>
                </a:cubicBezTo>
                <a:lnTo>
                  <a:pt x="2578163" y="0"/>
                </a:lnTo>
                <a:cubicBezTo>
                  <a:pt x="2631617" y="0"/>
                  <a:pt x="2674950" y="43333"/>
                  <a:pt x="2674950" y="96787"/>
                </a:cubicBezTo>
                <a:lnTo>
                  <a:pt x="2674950" y="871079"/>
                </a:lnTo>
                <a:cubicBezTo>
                  <a:pt x="2674950" y="924533"/>
                  <a:pt x="2631617" y="967866"/>
                  <a:pt x="2578163" y="967866"/>
                </a:cubicBezTo>
                <a:lnTo>
                  <a:pt x="96787" y="967866"/>
                </a:lnTo>
                <a:cubicBezTo>
                  <a:pt x="43333" y="967866"/>
                  <a:pt x="0" y="924533"/>
                  <a:pt x="0" y="871079"/>
                </a:cubicBezTo>
                <a:lnTo>
                  <a:pt x="0" y="96787"/>
                </a:lnTo>
                <a:close/>
              </a:path>
            </a:pathLst>
          </a:custGeom>
          <a:gradFill>
            <a:gsLst>
              <a:gs pos="0">
                <a:srgbClr val="E8CAD3">
                  <a:alpha val="60000"/>
                </a:srgbClr>
              </a:gs>
              <a:gs pos="50000">
                <a:srgbClr val="E1BEC8">
                  <a:alpha val="63921"/>
                </a:srgbClr>
              </a:gs>
              <a:gs pos="100000">
                <a:srgbClr val="DFB3C1">
                  <a:alpha val="36862"/>
                </a:srgbClr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0250" tIns="56275" rIns="70250" bIns="56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Estructures condicionals</a:t>
            </a:r>
            <a:endParaRPr/>
          </a:p>
        </p:txBody>
      </p:sp>
      <p:sp>
        <p:nvSpPr>
          <p:cNvPr id="90" name="Google Shape;90;p2"/>
          <p:cNvSpPr/>
          <p:nvPr/>
        </p:nvSpPr>
        <p:spPr>
          <a:xfrm>
            <a:off x="1381986" y="2539289"/>
            <a:ext cx="394672" cy="46182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828F7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1" name="Google Shape;91;p2"/>
          <p:cNvSpPr/>
          <p:nvPr/>
        </p:nvSpPr>
        <p:spPr>
          <a:xfrm>
            <a:off x="1776659" y="2678865"/>
            <a:ext cx="2781214" cy="644502"/>
          </a:xfrm>
          <a:custGeom>
            <a:avLst/>
            <a:gdLst/>
            <a:ahLst/>
            <a:cxnLst/>
            <a:rect l="l" t="t" r="r" b="b"/>
            <a:pathLst>
              <a:path w="2781214" h="644502" extrusionOk="0">
                <a:moveTo>
                  <a:pt x="0" y="64450"/>
                </a:moveTo>
                <a:cubicBezTo>
                  <a:pt x="0" y="28855"/>
                  <a:pt x="28855" y="0"/>
                  <a:pt x="64450" y="0"/>
                </a:cubicBezTo>
                <a:lnTo>
                  <a:pt x="2716764" y="0"/>
                </a:lnTo>
                <a:cubicBezTo>
                  <a:pt x="2752359" y="0"/>
                  <a:pt x="2781214" y="28855"/>
                  <a:pt x="2781214" y="64450"/>
                </a:cubicBezTo>
                <a:lnTo>
                  <a:pt x="2781214" y="580052"/>
                </a:lnTo>
                <a:cubicBezTo>
                  <a:pt x="2781214" y="615647"/>
                  <a:pt x="2752359" y="644502"/>
                  <a:pt x="2716764" y="644502"/>
                </a:cubicBezTo>
                <a:lnTo>
                  <a:pt x="64450" y="644502"/>
                </a:lnTo>
                <a:cubicBezTo>
                  <a:pt x="28855" y="644502"/>
                  <a:pt x="0" y="615647"/>
                  <a:pt x="0" y="580052"/>
                </a:cubicBezTo>
                <a:lnTo>
                  <a:pt x="0" y="64450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F2F2F2">
                <a:alpha val="46666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200" tIns="41775" rIns="53200" bIns="417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Operador condicional</a:t>
            </a:r>
            <a:br>
              <a:rPr lang="es-ES" sz="18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ES" sz="18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? :</a:t>
            </a: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1381986" y="2539289"/>
            <a:ext cx="414293" cy="1201199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828F7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3" name="Google Shape;93;p2"/>
          <p:cNvSpPr/>
          <p:nvPr/>
        </p:nvSpPr>
        <p:spPr>
          <a:xfrm>
            <a:off x="1796279" y="3404208"/>
            <a:ext cx="2781214" cy="644502"/>
          </a:xfrm>
          <a:custGeom>
            <a:avLst/>
            <a:gdLst/>
            <a:ahLst/>
            <a:cxnLst/>
            <a:rect l="l" t="t" r="r" b="b"/>
            <a:pathLst>
              <a:path w="2781214" h="644502" extrusionOk="0">
                <a:moveTo>
                  <a:pt x="0" y="64450"/>
                </a:moveTo>
                <a:cubicBezTo>
                  <a:pt x="0" y="28855"/>
                  <a:pt x="28855" y="0"/>
                  <a:pt x="64450" y="0"/>
                </a:cubicBezTo>
                <a:lnTo>
                  <a:pt x="2716764" y="0"/>
                </a:lnTo>
                <a:cubicBezTo>
                  <a:pt x="2752359" y="0"/>
                  <a:pt x="2781214" y="28855"/>
                  <a:pt x="2781214" y="64450"/>
                </a:cubicBezTo>
                <a:lnTo>
                  <a:pt x="2781214" y="580052"/>
                </a:lnTo>
                <a:cubicBezTo>
                  <a:pt x="2781214" y="615647"/>
                  <a:pt x="2752359" y="644502"/>
                  <a:pt x="2716764" y="644502"/>
                </a:cubicBezTo>
                <a:lnTo>
                  <a:pt x="64450" y="644502"/>
                </a:lnTo>
                <a:cubicBezTo>
                  <a:pt x="28855" y="644502"/>
                  <a:pt x="0" y="615647"/>
                  <a:pt x="0" y="580052"/>
                </a:cubicBezTo>
                <a:lnTo>
                  <a:pt x="0" y="64450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F2F2F2">
                <a:alpha val="46666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200" tIns="41775" rIns="53200" bIns="417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if</a:t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1381986" y="2539289"/>
            <a:ext cx="424095" cy="19209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828F7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5" name="Google Shape;95;p2"/>
          <p:cNvSpPr/>
          <p:nvPr/>
        </p:nvSpPr>
        <p:spPr>
          <a:xfrm>
            <a:off x="1806082" y="4129551"/>
            <a:ext cx="2781214" cy="644502"/>
          </a:xfrm>
          <a:custGeom>
            <a:avLst/>
            <a:gdLst/>
            <a:ahLst/>
            <a:cxnLst/>
            <a:rect l="l" t="t" r="r" b="b"/>
            <a:pathLst>
              <a:path w="2781214" h="644502" extrusionOk="0">
                <a:moveTo>
                  <a:pt x="0" y="64450"/>
                </a:moveTo>
                <a:cubicBezTo>
                  <a:pt x="0" y="28855"/>
                  <a:pt x="28855" y="0"/>
                  <a:pt x="64450" y="0"/>
                </a:cubicBezTo>
                <a:lnTo>
                  <a:pt x="2716764" y="0"/>
                </a:lnTo>
                <a:cubicBezTo>
                  <a:pt x="2752359" y="0"/>
                  <a:pt x="2781214" y="28855"/>
                  <a:pt x="2781214" y="64450"/>
                </a:cubicBezTo>
                <a:lnTo>
                  <a:pt x="2781214" y="580052"/>
                </a:lnTo>
                <a:cubicBezTo>
                  <a:pt x="2781214" y="615647"/>
                  <a:pt x="2752359" y="644502"/>
                  <a:pt x="2716764" y="644502"/>
                </a:cubicBezTo>
                <a:lnTo>
                  <a:pt x="64450" y="644502"/>
                </a:lnTo>
                <a:cubicBezTo>
                  <a:pt x="28855" y="644502"/>
                  <a:pt x="0" y="615647"/>
                  <a:pt x="0" y="580052"/>
                </a:cubicBezTo>
                <a:lnTo>
                  <a:pt x="0" y="64450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F2F2F2">
                <a:alpha val="46666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200" tIns="41775" rIns="53200" bIns="417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if-else</a:t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1381986" y="2539289"/>
            <a:ext cx="414293" cy="265053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828F7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7" name="Google Shape;97;p2"/>
          <p:cNvSpPr/>
          <p:nvPr/>
        </p:nvSpPr>
        <p:spPr>
          <a:xfrm>
            <a:off x="1796279" y="4854894"/>
            <a:ext cx="2781214" cy="644502"/>
          </a:xfrm>
          <a:custGeom>
            <a:avLst/>
            <a:gdLst/>
            <a:ahLst/>
            <a:cxnLst/>
            <a:rect l="l" t="t" r="r" b="b"/>
            <a:pathLst>
              <a:path w="2781214" h="644502" extrusionOk="0">
                <a:moveTo>
                  <a:pt x="0" y="64450"/>
                </a:moveTo>
                <a:cubicBezTo>
                  <a:pt x="0" y="28855"/>
                  <a:pt x="28855" y="0"/>
                  <a:pt x="64450" y="0"/>
                </a:cubicBezTo>
                <a:lnTo>
                  <a:pt x="2716764" y="0"/>
                </a:lnTo>
                <a:cubicBezTo>
                  <a:pt x="2752359" y="0"/>
                  <a:pt x="2781214" y="28855"/>
                  <a:pt x="2781214" y="64450"/>
                </a:cubicBezTo>
                <a:lnTo>
                  <a:pt x="2781214" y="580052"/>
                </a:lnTo>
                <a:cubicBezTo>
                  <a:pt x="2781214" y="615647"/>
                  <a:pt x="2752359" y="644502"/>
                  <a:pt x="2716764" y="644502"/>
                </a:cubicBezTo>
                <a:lnTo>
                  <a:pt x="64450" y="644502"/>
                </a:lnTo>
                <a:cubicBezTo>
                  <a:pt x="28855" y="644502"/>
                  <a:pt x="0" y="615647"/>
                  <a:pt x="0" y="580052"/>
                </a:cubicBezTo>
                <a:lnTo>
                  <a:pt x="0" y="64450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F2F2F2">
                <a:alpha val="46666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200" tIns="41775" rIns="53200" bIns="417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if niats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1381986" y="2539289"/>
            <a:ext cx="424095" cy="336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4E74A3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9" name="Google Shape;99;p2"/>
          <p:cNvSpPr/>
          <p:nvPr/>
        </p:nvSpPr>
        <p:spPr>
          <a:xfrm>
            <a:off x="1806082" y="5580239"/>
            <a:ext cx="2781214" cy="644502"/>
          </a:xfrm>
          <a:custGeom>
            <a:avLst/>
            <a:gdLst/>
            <a:ahLst/>
            <a:cxnLst/>
            <a:rect l="l" t="t" r="r" b="b"/>
            <a:pathLst>
              <a:path w="2781214" h="644502" extrusionOk="0">
                <a:moveTo>
                  <a:pt x="0" y="64450"/>
                </a:moveTo>
                <a:cubicBezTo>
                  <a:pt x="0" y="28855"/>
                  <a:pt x="28855" y="0"/>
                  <a:pt x="64450" y="0"/>
                </a:cubicBezTo>
                <a:lnTo>
                  <a:pt x="2716764" y="0"/>
                </a:lnTo>
                <a:cubicBezTo>
                  <a:pt x="2752359" y="0"/>
                  <a:pt x="2781214" y="28855"/>
                  <a:pt x="2781214" y="64450"/>
                </a:cubicBezTo>
                <a:lnTo>
                  <a:pt x="2781214" y="580052"/>
                </a:lnTo>
                <a:cubicBezTo>
                  <a:pt x="2781214" y="615647"/>
                  <a:pt x="2752359" y="644502"/>
                  <a:pt x="2716764" y="644502"/>
                </a:cubicBezTo>
                <a:lnTo>
                  <a:pt x="64450" y="644502"/>
                </a:lnTo>
                <a:cubicBezTo>
                  <a:pt x="28855" y="644502"/>
                  <a:pt x="0" y="615647"/>
                  <a:pt x="0" y="580052"/>
                </a:cubicBezTo>
                <a:lnTo>
                  <a:pt x="0" y="64450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F2F2F2">
                <a:alpha val="46666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200" tIns="41775" rIns="53200" bIns="417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switch</a:t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5500799" y="1574160"/>
            <a:ext cx="2520000" cy="967866"/>
          </a:xfrm>
          <a:custGeom>
            <a:avLst/>
            <a:gdLst/>
            <a:ahLst/>
            <a:cxnLst/>
            <a:rect l="l" t="t" r="r" b="b"/>
            <a:pathLst>
              <a:path w="1935733" h="967866" extrusionOk="0">
                <a:moveTo>
                  <a:pt x="0" y="96787"/>
                </a:moveTo>
                <a:cubicBezTo>
                  <a:pt x="0" y="43333"/>
                  <a:pt x="43333" y="0"/>
                  <a:pt x="96787" y="0"/>
                </a:cubicBezTo>
                <a:lnTo>
                  <a:pt x="1838946" y="0"/>
                </a:lnTo>
                <a:cubicBezTo>
                  <a:pt x="1892400" y="0"/>
                  <a:pt x="1935733" y="43333"/>
                  <a:pt x="1935733" y="96787"/>
                </a:cubicBezTo>
                <a:lnTo>
                  <a:pt x="1935733" y="871079"/>
                </a:lnTo>
                <a:cubicBezTo>
                  <a:pt x="1935733" y="924533"/>
                  <a:pt x="1892400" y="967866"/>
                  <a:pt x="1838946" y="967866"/>
                </a:cubicBezTo>
                <a:lnTo>
                  <a:pt x="96787" y="967866"/>
                </a:lnTo>
                <a:cubicBezTo>
                  <a:pt x="43333" y="967866"/>
                  <a:pt x="0" y="924533"/>
                  <a:pt x="0" y="871079"/>
                </a:cubicBezTo>
                <a:lnTo>
                  <a:pt x="0" y="96787"/>
                </a:lnTo>
                <a:close/>
              </a:path>
            </a:pathLst>
          </a:custGeom>
          <a:gradFill>
            <a:gsLst>
              <a:gs pos="0">
                <a:srgbClr val="D59EB1"/>
              </a:gs>
              <a:gs pos="50000">
                <a:srgbClr val="D38EA6"/>
              </a:gs>
              <a:gs pos="100000">
                <a:srgbClr val="BD7991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70250" tIns="56275" rIns="70250" bIns="56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Open Sans"/>
              <a:buNone/>
            </a:pPr>
            <a:r>
              <a:rPr lang="es-ES" sz="22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Salts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5694373" y="2542026"/>
            <a:ext cx="272016" cy="44270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828F7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2" name="Google Shape;102;p2"/>
          <p:cNvSpPr/>
          <p:nvPr/>
        </p:nvSpPr>
        <p:spPr>
          <a:xfrm>
            <a:off x="5966390" y="2677084"/>
            <a:ext cx="1867053" cy="646283"/>
          </a:xfrm>
          <a:custGeom>
            <a:avLst/>
            <a:gdLst/>
            <a:ahLst/>
            <a:cxnLst/>
            <a:rect l="l" t="t" r="r" b="b"/>
            <a:pathLst>
              <a:path w="1867053" h="646283" extrusionOk="0">
                <a:moveTo>
                  <a:pt x="0" y="64628"/>
                </a:moveTo>
                <a:cubicBezTo>
                  <a:pt x="0" y="28935"/>
                  <a:pt x="28935" y="0"/>
                  <a:pt x="64628" y="0"/>
                </a:cubicBezTo>
                <a:lnTo>
                  <a:pt x="1802425" y="0"/>
                </a:lnTo>
                <a:cubicBezTo>
                  <a:pt x="1838118" y="0"/>
                  <a:pt x="1867053" y="28935"/>
                  <a:pt x="1867053" y="64628"/>
                </a:cubicBezTo>
                <a:lnTo>
                  <a:pt x="1867053" y="581655"/>
                </a:lnTo>
                <a:cubicBezTo>
                  <a:pt x="1867053" y="617348"/>
                  <a:pt x="1838118" y="646283"/>
                  <a:pt x="1802425" y="646283"/>
                </a:cubicBezTo>
                <a:lnTo>
                  <a:pt x="64628" y="646283"/>
                </a:lnTo>
                <a:cubicBezTo>
                  <a:pt x="28935" y="646283"/>
                  <a:pt x="0" y="617348"/>
                  <a:pt x="0" y="581655"/>
                </a:cubicBezTo>
                <a:lnTo>
                  <a:pt x="0" y="64628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F2F2F2">
                <a:alpha val="46666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200" tIns="41775" rIns="53200" bIns="417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break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8957871" y="1571423"/>
            <a:ext cx="2520000" cy="967866"/>
          </a:xfrm>
          <a:custGeom>
            <a:avLst/>
            <a:gdLst/>
            <a:ahLst/>
            <a:cxnLst/>
            <a:rect l="l" t="t" r="r" b="b"/>
            <a:pathLst>
              <a:path w="1935733" h="967866" extrusionOk="0">
                <a:moveTo>
                  <a:pt x="0" y="96787"/>
                </a:moveTo>
                <a:cubicBezTo>
                  <a:pt x="0" y="43333"/>
                  <a:pt x="43333" y="0"/>
                  <a:pt x="96787" y="0"/>
                </a:cubicBezTo>
                <a:lnTo>
                  <a:pt x="1838946" y="0"/>
                </a:lnTo>
                <a:cubicBezTo>
                  <a:pt x="1892400" y="0"/>
                  <a:pt x="1935733" y="43333"/>
                  <a:pt x="1935733" y="96787"/>
                </a:cubicBezTo>
                <a:lnTo>
                  <a:pt x="1935733" y="871079"/>
                </a:lnTo>
                <a:cubicBezTo>
                  <a:pt x="1935733" y="924533"/>
                  <a:pt x="1892400" y="967866"/>
                  <a:pt x="1838946" y="967866"/>
                </a:cubicBezTo>
                <a:lnTo>
                  <a:pt x="96787" y="967866"/>
                </a:lnTo>
                <a:cubicBezTo>
                  <a:pt x="43333" y="967866"/>
                  <a:pt x="0" y="924533"/>
                  <a:pt x="0" y="871079"/>
                </a:cubicBezTo>
                <a:lnTo>
                  <a:pt x="0" y="96787"/>
                </a:lnTo>
                <a:close/>
              </a:path>
            </a:pathLst>
          </a:custGeom>
          <a:gradFill>
            <a:gsLst>
              <a:gs pos="0">
                <a:srgbClr val="E8CAD3">
                  <a:alpha val="60000"/>
                </a:srgbClr>
              </a:gs>
              <a:gs pos="50000">
                <a:srgbClr val="E1BEC8">
                  <a:alpha val="63921"/>
                </a:srgbClr>
              </a:gs>
              <a:gs pos="100000">
                <a:srgbClr val="DFB3C1">
                  <a:alpha val="36862"/>
                </a:srgbClr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0250" tIns="56275" rIns="70250" bIns="56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Open Sans"/>
              <a:buNone/>
            </a:pPr>
            <a:r>
              <a:rPr lang="es-ES" sz="2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Estructures</a:t>
            </a:r>
            <a:br>
              <a:rPr lang="es-ES" sz="2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ES" sz="2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en bucle</a:t>
            </a:r>
            <a:endParaRPr sz="2200"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9151445" y="2539289"/>
            <a:ext cx="233011" cy="447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828F7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5" name="Google Shape;105;p2"/>
          <p:cNvSpPr/>
          <p:nvPr/>
        </p:nvSpPr>
        <p:spPr>
          <a:xfrm>
            <a:off x="9384457" y="2677084"/>
            <a:ext cx="1867053" cy="646283"/>
          </a:xfrm>
          <a:custGeom>
            <a:avLst/>
            <a:gdLst/>
            <a:ahLst/>
            <a:cxnLst/>
            <a:rect l="l" t="t" r="r" b="b"/>
            <a:pathLst>
              <a:path w="1867053" h="646283" extrusionOk="0">
                <a:moveTo>
                  <a:pt x="0" y="64628"/>
                </a:moveTo>
                <a:cubicBezTo>
                  <a:pt x="0" y="28935"/>
                  <a:pt x="28935" y="0"/>
                  <a:pt x="64628" y="0"/>
                </a:cubicBezTo>
                <a:lnTo>
                  <a:pt x="1802425" y="0"/>
                </a:lnTo>
                <a:cubicBezTo>
                  <a:pt x="1838118" y="0"/>
                  <a:pt x="1867053" y="28935"/>
                  <a:pt x="1867053" y="64628"/>
                </a:cubicBezTo>
                <a:lnTo>
                  <a:pt x="1867053" y="581655"/>
                </a:lnTo>
                <a:cubicBezTo>
                  <a:pt x="1867053" y="617348"/>
                  <a:pt x="1838118" y="646283"/>
                  <a:pt x="1802425" y="646283"/>
                </a:cubicBezTo>
                <a:lnTo>
                  <a:pt x="64628" y="646283"/>
                </a:lnTo>
                <a:cubicBezTo>
                  <a:pt x="28935" y="646283"/>
                  <a:pt x="0" y="617348"/>
                  <a:pt x="0" y="581655"/>
                </a:cubicBezTo>
                <a:lnTo>
                  <a:pt x="0" y="64628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F2F2F2">
                <a:alpha val="46666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200" tIns="41775" rIns="53200" bIns="417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Open Sans"/>
              <a:buNone/>
            </a:pPr>
            <a:r>
              <a:rPr lang="es-ES" sz="18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while</a:t>
            </a:r>
            <a:endParaRPr sz="1800" b="0" i="0" u="none" strike="noStrike" cap="non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9151445" y="2539289"/>
            <a:ext cx="252105" cy="118994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828F7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7" name="Google Shape;107;p2"/>
          <p:cNvSpPr/>
          <p:nvPr/>
        </p:nvSpPr>
        <p:spPr>
          <a:xfrm>
            <a:off x="9403551" y="3406091"/>
            <a:ext cx="1867053" cy="646283"/>
          </a:xfrm>
          <a:custGeom>
            <a:avLst/>
            <a:gdLst/>
            <a:ahLst/>
            <a:cxnLst/>
            <a:rect l="l" t="t" r="r" b="b"/>
            <a:pathLst>
              <a:path w="1867053" h="646283" extrusionOk="0">
                <a:moveTo>
                  <a:pt x="0" y="64628"/>
                </a:moveTo>
                <a:cubicBezTo>
                  <a:pt x="0" y="28935"/>
                  <a:pt x="28935" y="0"/>
                  <a:pt x="64628" y="0"/>
                </a:cubicBezTo>
                <a:lnTo>
                  <a:pt x="1802425" y="0"/>
                </a:lnTo>
                <a:cubicBezTo>
                  <a:pt x="1838118" y="0"/>
                  <a:pt x="1867053" y="28935"/>
                  <a:pt x="1867053" y="64628"/>
                </a:cubicBezTo>
                <a:lnTo>
                  <a:pt x="1867053" y="581655"/>
                </a:lnTo>
                <a:cubicBezTo>
                  <a:pt x="1867053" y="617348"/>
                  <a:pt x="1838118" y="646283"/>
                  <a:pt x="1802425" y="646283"/>
                </a:cubicBezTo>
                <a:lnTo>
                  <a:pt x="64628" y="646283"/>
                </a:lnTo>
                <a:cubicBezTo>
                  <a:pt x="28935" y="646283"/>
                  <a:pt x="0" y="617348"/>
                  <a:pt x="0" y="581655"/>
                </a:cubicBezTo>
                <a:lnTo>
                  <a:pt x="0" y="64628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F2F2F2">
                <a:alpha val="46666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200" tIns="41775" rIns="53200" bIns="417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Open Sans"/>
              <a:buNone/>
            </a:pPr>
            <a:r>
              <a:rPr lang="es-ES" sz="18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do – while</a:t>
            </a:r>
            <a:endParaRPr sz="1800" b="0" i="0" u="none" strike="noStrike" cap="non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9151445" y="2539289"/>
            <a:ext cx="222605" cy="196021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4E74A3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9" name="Google Shape;109;p2"/>
          <p:cNvSpPr/>
          <p:nvPr/>
        </p:nvSpPr>
        <p:spPr>
          <a:xfrm>
            <a:off x="9374051" y="4129551"/>
            <a:ext cx="1867053" cy="646283"/>
          </a:xfrm>
          <a:custGeom>
            <a:avLst/>
            <a:gdLst/>
            <a:ahLst/>
            <a:cxnLst/>
            <a:rect l="l" t="t" r="r" b="b"/>
            <a:pathLst>
              <a:path w="1867053" h="646283" extrusionOk="0">
                <a:moveTo>
                  <a:pt x="0" y="64628"/>
                </a:moveTo>
                <a:cubicBezTo>
                  <a:pt x="0" y="28935"/>
                  <a:pt x="28935" y="0"/>
                  <a:pt x="64628" y="0"/>
                </a:cubicBezTo>
                <a:lnTo>
                  <a:pt x="1802425" y="0"/>
                </a:lnTo>
                <a:cubicBezTo>
                  <a:pt x="1838118" y="0"/>
                  <a:pt x="1867053" y="28935"/>
                  <a:pt x="1867053" y="64628"/>
                </a:cubicBezTo>
                <a:lnTo>
                  <a:pt x="1867053" y="581655"/>
                </a:lnTo>
                <a:cubicBezTo>
                  <a:pt x="1867053" y="617348"/>
                  <a:pt x="1838118" y="646283"/>
                  <a:pt x="1802425" y="646283"/>
                </a:cubicBezTo>
                <a:lnTo>
                  <a:pt x="64628" y="646283"/>
                </a:lnTo>
                <a:cubicBezTo>
                  <a:pt x="28935" y="646283"/>
                  <a:pt x="0" y="617348"/>
                  <a:pt x="0" y="581655"/>
                </a:cubicBezTo>
                <a:lnTo>
                  <a:pt x="0" y="64628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A5B49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200" tIns="41775" rIns="53200" bIns="417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for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5625923" y="5052450"/>
            <a:ext cx="1164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b="1" i="0" u="none" strike="noStrike" cap="none">
                <a:solidFill>
                  <a:srgbClr val="E2BCC9"/>
                </a:solidFill>
                <a:latin typeface="Montserrat"/>
                <a:ea typeface="Montserrat"/>
                <a:cs typeface="Montserrat"/>
                <a:sym typeface="Montserrat"/>
              </a:rPr>
              <a:t>M4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10362919" y="5052449"/>
            <a:ext cx="982961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b="1" i="0" u="none" strike="noStrike" cap="none">
                <a:solidFill>
                  <a:srgbClr val="E2BCC9"/>
                </a:solidFill>
                <a:latin typeface="Montserrat"/>
                <a:ea typeface="Montserrat"/>
                <a:cs typeface="Montserrat"/>
                <a:sym typeface="Montserrat"/>
              </a:rPr>
              <a:t>M5</a:t>
            </a:r>
            <a:endParaRPr/>
          </a:p>
        </p:txBody>
      </p:sp>
      <p:pic>
        <p:nvPicPr>
          <p:cNvPr id="112" name="Google Shape;112;p2" descr="Flecha rect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7865" y="4069446"/>
            <a:ext cx="786686" cy="786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" descr="Marca de verificació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08895" y="5278343"/>
            <a:ext cx="481992" cy="4819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89330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50283"/>
              </a:buClr>
              <a:buSzPts val="6000"/>
              <a:buFont typeface="Montserrat"/>
              <a:buNone/>
            </a:pPr>
            <a:r>
              <a:rPr lang="es-ES"/>
              <a:t>1</a:t>
            </a:r>
            <a:endParaRPr/>
          </a:p>
        </p:txBody>
      </p:sp>
      <p:sp>
        <p:nvSpPr>
          <p:cNvPr id="119" name="Google Shape;119;p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3200">
                <a:solidFill>
                  <a:schemeClr val="dk1"/>
                </a:solidFill>
              </a:rPr>
              <a:t>Arrays</a:t>
            </a:r>
            <a:endParaRPr/>
          </a:p>
        </p:txBody>
      </p:sp>
      <p:sp>
        <p:nvSpPr>
          <p:cNvPr id="120" name="Google Shape;120;p3"/>
          <p:cNvSpPr txBox="1">
            <a:spLocks noGrp="1"/>
          </p:cNvSpPr>
          <p:nvPr>
            <p:ph type="sldNum" idx="12"/>
          </p:nvPr>
        </p:nvSpPr>
        <p:spPr>
          <a:xfrm>
            <a:off x="0" y="6356350"/>
            <a:ext cx="5481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3</a:t>
            </a:fld>
            <a:endParaRPr/>
          </a:p>
        </p:txBody>
      </p:sp>
      <p:grpSp>
        <p:nvGrpSpPr>
          <p:cNvPr id="121" name="Google Shape;121;p3"/>
          <p:cNvGrpSpPr/>
          <p:nvPr/>
        </p:nvGrpSpPr>
        <p:grpSpPr>
          <a:xfrm>
            <a:off x="5682146" y="3717279"/>
            <a:ext cx="4292600" cy="1624012"/>
            <a:chOff x="1473" y="3072"/>
            <a:chExt cx="2704" cy="1023"/>
          </a:xfrm>
        </p:grpSpPr>
        <p:grpSp>
          <p:nvGrpSpPr>
            <p:cNvPr id="122" name="Google Shape;122;p3"/>
            <p:cNvGrpSpPr/>
            <p:nvPr/>
          </p:nvGrpSpPr>
          <p:grpSpPr>
            <a:xfrm flipH="1">
              <a:off x="2832" y="3072"/>
              <a:ext cx="1345" cy="958"/>
              <a:chOff x="3408" y="2641"/>
              <a:chExt cx="2065" cy="1486"/>
            </a:xfrm>
          </p:grpSpPr>
          <p:grpSp>
            <p:nvGrpSpPr>
              <p:cNvPr id="123" name="Google Shape;123;p3"/>
              <p:cNvGrpSpPr/>
              <p:nvPr/>
            </p:nvGrpSpPr>
            <p:grpSpPr>
              <a:xfrm>
                <a:off x="4968" y="2641"/>
                <a:ext cx="505" cy="1486"/>
                <a:chOff x="4968" y="2641"/>
                <a:chExt cx="505" cy="1486"/>
              </a:xfrm>
            </p:grpSpPr>
            <p:sp>
              <p:nvSpPr>
                <p:cNvPr id="124" name="Google Shape;124;p3"/>
                <p:cNvSpPr/>
                <p:nvPr/>
              </p:nvSpPr>
              <p:spPr>
                <a:xfrm>
                  <a:off x="5118" y="2641"/>
                  <a:ext cx="326" cy="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" h="644" extrusionOk="0">
                      <a:moveTo>
                        <a:pt x="0" y="271"/>
                      </a:moveTo>
                      <a:lnTo>
                        <a:pt x="48" y="139"/>
                      </a:lnTo>
                      <a:lnTo>
                        <a:pt x="109" y="72"/>
                      </a:lnTo>
                      <a:lnTo>
                        <a:pt x="187" y="24"/>
                      </a:lnTo>
                      <a:lnTo>
                        <a:pt x="266" y="0"/>
                      </a:lnTo>
                      <a:lnTo>
                        <a:pt x="368" y="7"/>
                      </a:lnTo>
                      <a:lnTo>
                        <a:pt x="436" y="60"/>
                      </a:lnTo>
                      <a:lnTo>
                        <a:pt x="497" y="156"/>
                      </a:lnTo>
                      <a:lnTo>
                        <a:pt x="523" y="283"/>
                      </a:lnTo>
                      <a:lnTo>
                        <a:pt x="523" y="428"/>
                      </a:lnTo>
                      <a:lnTo>
                        <a:pt x="648" y="527"/>
                      </a:lnTo>
                      <a:lnTo>
                        <a:pt x="652" y="572"/>
                      </a:lnTo>
                      <a:lnTo>
                        <a:pt x="632" y="575"/>
                      </a:lnTo>
                      <a:lnTo>
                        <a:pt x="513" y="487"/>
                      </a:lnTo>
                      <a:lnTo>
                        <a:pt x="477" y="552"/>
                      </a:lnTo>
                      <a:lnTo>
                        <a:pt x="405" y="607"/>
                      </a:lnTo>
                      <a:lnTo>
                        <a:pt x="338" y="635"/>
                      </a:lnTo>
                      <a:lnTo>
                        <a:pt x="229" y="644"/>
                      </a:lnTo>
                      <a:lnTo>
                        <a:pt x="89" y="599"/>
                      </a:lnTo>
                      <a:lnTo>
                        <a:pt x="26" y="503"/>
                      </a:lnTo>
                      <a:lnTo>
                        <a:pt x="0" y="408"/>
                      </a:lnTo>
                      <a:lnTo>
                        <a:pt x="0" y="27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25" name="Google Shape;125;p3"/>
                <p:cNvSpPr/>
                <p:nvPr/>
              </p:nvSpPr>
              <p:spPr>
                <a:xfrm>
                  <a:off x="5084" y="2987"/>
                  <a:ext cx="291" cy="5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1" h="1036" extrusionOk="0">
                      <a:moveTo>
                        <a:pt x="84" y="67"/>
                      </a:moveTo>
                      <a:lnTo>
                        <a:pt x="156" y="23"/>
                      </a:lnTo>
                      <a:lnTo>
                        <a:pt x="239" y="7"/>
                      </a:lnTo>
                      <a:lnTo>
                        <a:pt x="317" y="0"/>
                      </a:lnTo>
                      <a:lnTo>
                        <a:pt x="422" y="12"/>
                      </a:lnTo>
                      <a:lnTo>
                        <a:pt x="535" y="67"/>
                      </a:lnTo>
                      <a:lnTo>
                        <a:pt x="581" y="166"/>
                      </a:lnTo>
                      <a:lnTo>
                        <a:pt x="581" y="318"/>
                      </a:lnTo>
                      <a:lnTo>
                        <a:pt x="577" y="462"/>
                      </a:lnTo>
                      <a:lnTo>
                        <a:pt x="520" y="681"/>
                      </a:lnTo>
                      <a:lnTo>
                        <a:pt x="472" y="860"/>
                      </a:lnTo>
                      <a:lnTo>
                        <a:pt x="422" y="975"/>
                      </a:lnTo>
                      <a:lnTo>
                        <a:pt x="313" y="1036"/>
                      </a:lnTo>
                      <a:lnTo>
                        <a:pt x="156" y="1023"/>
                      </a:lnTo>
                      <a:lnTo>
                        <a:pt x="78" y="932"/>
                      </a:lnTo>
                      <a:lnTo>
                        <a:pt x="32" y="796"/>
                      </a:lnTo>
                      <a:lnTo>
                        <a:pt x="6" y="644"/>
                      </a:lnTo>
                      <a:lnTo>
                        <a:pt x="0" y="417"/>
                      </a:lnTo>
                      <a:lnTo>
                        <a:pt x="21" y="258"/>
                      </a:lnTo>
                      <a:lnTo>
                        <a:pt x="52" y="115"/>
                      </a:lnTo>
                      <a:lnTo>
                        <a:pt x="84" y="6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26" name="Google Shape;126;p3"/>
                <p:cNvSpPr/>
                <p:nvPr/>
              </p:nvSpPr>
              <p:spPr>
                <a:xfrm>
                  <a:off x="4968" y="2986"/>
                  <a:ext cx="171" cy="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" h="1275" extrusionOk="0">
                      <a:moveTo>
                        <a:pt x="233" y="8"/>
                      </a:moveTo>
                      <a:lnTo>
                        <a:pt x="316" y="0"/>
                      </a:lnTo>
                      <a:lnTo>
                        <a:pt x="342" y="56"/>
                      </a:lnTo>
                      <a:lnTo>
                        <a:pt x="299" y="128"/>
                      </a:lnTo>
                      <a:lnTo>
                        <a:pt x="238" y="167"/>
                      </a:lnTo>
                      <a:lnTo>
                        <a:pt x="186" y="262"/>
                      </a:lnTo>
                      <a:lnTo>
                        <a:pt x="124" y="391"/>
                      </a:lnTo>
                      <a:lnTo>
                        <a:pt x="98" y="510"/>
                      </a:lnTo>
                      <a:lnTo>
                        <a:pt x="83" y="713"/>
                      </a:lnTo>
                      <a:lnTo>
                        <a:pt x="98" y="903"/>
                      </a:lnTo>
                      <a:lnTo>
                        <a:pt x="129" y="992"/>
                      </a:lnTo>
                      <a:lnTo>
                        <a:pt x="108" y="1087"/>
                      </a:lnTo>
                      <a:lnTo>
                        <a:pt x="83" y="1159"/>
                      </a:lnTo>
                      <a:lnTo>
                        <a:pt x="92" y="1275"/>
                      </a:lnTo>
                      <a:lnTo>
                        <a:pt x="51" y="1266"/>
                      </a:lnTo>
                      <a:lnTo>
                        <a:pt x="16" y="1171"/>
                      </a:lnTo>
                      <a:lnTo>
                        <a:pt x="0" y="1087"/>
                      </a:lnTo>
                      <a:lnTo>
                        <a:pt x="46" y="975"/>
                      </a:lnTo>
                      <a:lnTo>
                        <a:pt x="31" y="872"/>
                      </a:lnTo>
                      <a:lnTo>
                        <a:pt x="16" y="704"/>
                      </a:lnTo>
                      <a:lnTo>
                        <a:pt x="16" y="502"/>
                      </a:lnTo>
                      <a:lnTo>
                        <a:pt x="46" y="287"/>
                      </a:lnTo>
                      <a:lnTo>
                        <a:pt x="98" y="128"/>
                      </a:lnTo>
                      <a:lnTo>
                        <a:pt x="155" y="45"/>
                      </a:lnTo>
                      <a:lnTo>
                        <a:pt x="233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27" name="Google Shape;127;p3"/>
                <p:cNvSpPr/>
                <p:nvPr/>
              </p:nvSpPr>
              <p:spPr>
                <a:xfrm>
                  <a:off x="5341" y="3003"/>
                  <a:ext cx="109" cy="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" h="1211" extrusionOk="0">
                      <a:moveTo>
                        <a:pt x="4" y="3"/>
                      </a:moveTo>
                      <a:lnTo>
                        <a:pt x="93" y="0"/>
                      </a:lnTo>
                      <a:lnTo>
                        <a:pt x="155" y="95"/>
                      </a:lnTo>
                      <a:lnTo>
                        <a:pt x="218" y="358"/>
                      </a:lnTo>
                      <a:lnTo>
                        <a:pt x="218" y="661"/>
                      </a:lnTo>
                      <a:lnTo>
                        <a:pt x="187" y="920"/>
                      </a:lnTo>
                      <a:lnTo>
                        <a:pt x="218" y="1008"/>
                      </a:lnTo>
                      <a:lnTo>
                        <a:pt x="218" y="1127"/>
                      </a:lnTo>
                      <a:lnTo>
                        <a:pt x="187" y="1211"/>
                      </a:lnTo>
                      <a:lnTo>
                        <a:pt x="145" y="1135"/>
                      </a:lnTo>
                      <a:lnTo>
                        <a:pt x="124" y="1020"/>
                      </a:lnTo>
                      <a:lnTo>
                        <a:pt x="78" y="932"/>
                      </a:lnTo>
                      <a:lnTo>
                        <a:pt x="130" y="853"/>
                      </a:lnTo>
                      <a:lnTo>
                        <a:pt x="161" y="661"/>
                      </a:lnTo>
                      <a:lnTo>
                        <a:pt x="161" y="482"/>
                      </a:lnTo>
                      <a:lnTo>
                        <a:pt x="130" y="303"/>
                      </a:lnTo>
                      <a:lnTo>
                        <a:pt x="67" y="171"/>
                      </a:lnTo>
                      <a:lnTo>
                        <a:pt x="0" y="107"/>
                      </a:lnTo>
                      <a:lnTo>
                        <a:pt x="4" y="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28" name="Google Shape;128;p3"/>
                <p:cNvSpPr/>
                <p:nvPr/>
              </p:nvSpPr>
              <p:spPr>
                <a:xfrm>
                  <a:off x="5085" y="3402"/>
                  <a:ext cx="244" cy="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0" h="1452" extrusionOk="0">
                      <a:moveTo>
                        <a:pt x="48" y="0"/>
                      </a:moveTo>
                      <a:lnTo>
                        <a:pt x="105" y="60"/>
                      </a:lnTo>
                      <a:lnTo>
                        <a:pt x="128" y="122"/>
                      </a:lnTo>
                      <a:lnTo>
                        <a:pt x="151" y="333"/>
                      </a:lnTo>
                      <a:lnTo>
                        <a:pt x="161" y="474"/>
                      </a:lnTo>
                      <a:lnTo>
                        <a:pt x="161" y="715"/>
                      </a:lnTo>
                      <a:lnTo>
                        <a:pt x="158" y="943"/>
                      </a:lnTo>
                      <a:lnTo>
                        <a:pt x="135" y="1124"/>
                      </a:lnTo>
                      <a:lnTo>
                        <a:pt x="117" y="1180"/>
                      </a:lnTo>
                      <a:lnTo>
                        <a:pt x="237" y="1210"/>
                      </a:lnTo>
                      <a:lnTo>
                        <a:pt x="338" y="1246"/>
                      </a:lnTo>
                      <a:lnTo>
                        <a:pt x="474" y="1321"/>
                      </a:lnTo>
                      <a:lnTo>
                        <a:pt x="490" y="1351"/>
                      </a:lnTo>
                      <a:lnTo>
                        <a:pt x="477" y="1407"/>
                      </a:lnTo>
                      <a:lnTo>
                        <a:pt x="410" y="1452"/>
                      </a:lnTo>
                      <a:lnTo>
                        <a:pt x="384" y="1427"/>
                      </a:lnTo>
                      <a:lnTo>
                        <a:pt x="361" y="1366"/>
                      </a:lnTo>
                      <a:lnTo>
                        <a:pt x="296" y="1316"/>
                      </a:lnTo>
                      <a:lnTo>
                        <a:pt x="184" y="1260"/>
                      </a:lnTo>
                      <a:lnTo>
                        <a:pt x="112" y="1246"/>
                      </a:lnTo>
                      <a:lnTo>
                        <a:pt x="26" y="1246"/>
                      </a:lnTo>
                      <a:lnTo>
                        <a:pt x="26" y="1200"/>
                      </a:lnTo>
                      <a:lnTo>
                        <a:pt x="68" y="1149"/>
                      </a:lnTo>
                      <a:lnTo>
                        <a:pt x="105" y="988"/>
                      </a:lnTo>
                      <a:lnTo>
                        <a:pt x="117" y="817"/>
                      </a:lnTo>
                      <a:lnTo>
                        <a:pt x="112" y="666"/>
                      </a:lnTo>
                      <a:lnTo>
                        <a:pt x="105" y="474"/>
                      </a:lnTo>
                      <a:lnTo>
                        <a:pt x="82" y="308"/>
                      </a:lnTo>
                      <a:lnTo>
                        <a:pt x="34" y="186"/>
                      </a:lnTo>
                      <a:lnTo>
                        <a:pt x="0" y="76"/>
                      </a:lnTo>
                      <a:lnTo>
                        <a:pt x="11" y="36"/>
                      </a:lnTo>
                      <a:lnTo>
                        <a:pt x="4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29" name="Google Shape;129;p3"/>
                <p:cNvSpPr/>
                <p:nvPr/>
              </p:nvSpPr>
              <p:spPr>
                <a:xfrm>
                  <a:off x="5247" y="3402"/>
                  <a:ext cx="226" cy="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1" h="1308" extrusionOk="0">
                      <a:moveTo>
                        <a:pt x="0" y="103"/>
                      </a:moveTo>
                      <a:lnTo>
                        <a:pt x="0" y="20"/>
                      </a:lnTo>
                      <a:lnTo>
                        <a:pt x="46" y="0"/>
                      </a:lnTo>
                      <a:lnTo>
                        <a:pt x="118" y="0"/>
                      </a:lnTo>
                      <a:lnTo>
                        <a:pt x="170" y="48"/>
                      </a:lnTo>
                      <a:lnTo>
                        <a:pt x="181" y="91"/>
                      </a:lnTo>
                      <a:lnTo>
                        <a:pt x="170" y="187"/>
                      </a:lnTo>
                      <a:lnTo>
                        <a:pt x="135" y="306"/>
                      </a:lnTo>
                      <a:lnTo>
                        <a:pt x="118" y="490"/>
                      </a:lnTo>
                      <a:lnTo>
                        <a:pt x="108" y="609"/>
                      </a:lnTo>
                      <a:lnTo>
                        <a:pt x="108" y="629"/>
                      </a:lnTo>
                      <a:lnTo>
                        <a:pt x="124" y="796"/>
                      </a:lnTo>
                      <a:lnTo>
                        <a:pt x="150" y="891"/>
                      </a:lnTo>
                      <a:lnTo>
                        <a:pt x="170" y="967"/>
                      </a:lnTo>
                      <a:lnTo>
                        <a:pt x="165" y="999"/>
                      </a:lnTo>
                      <a:lnTo>
                        <a:pt x="233" y="1086"/>
                      </a:lnTo>
                      <a:lnTo>
                        <a:pt x="305" y="1141"/>
                      </a:lnTo>
                      <a:lnTo>
                        <a:pt x="383" y="1193"/>
                      </a:lnTo>
                      <a:lnTo>
                        <a:pt x="451" y="1218"/>
                      </a:lnTo>
                      <a:lnTo>
                        <a:pt x="451" y="1261"/>
                      </a:lnTo>
                      <a:lnTo>
                        <a:pt x="414" y="1297"/>
                      </a:lnTo>
                      <a:lnTo>
                        <a:pt x="326" y="1308"/>
                      </a:lnTo>
                      <a:lnTo>
                        <a:pt x="263" y="1285"/>
                      </a:lnTo>
                      <a:lnTo>
                        <a:pt x="263" y="1253"/>
                      </a:lnTo>
                      <a:lnTo>
                        <a:pt x="211" y="1141"/>
                      </a:lnTo>
                      <a:lnTo>
                        <a:pt x="124" y="1082"/>
                      </a:lnTo>
                      <a:lnTo>
                        <a:pt x="61" y="1022"/>
                      </a:lnTo>
                      <a:lnTo>
                        <a:pt x="15" y="990"/>
                      </a:lnTo>
                      <a:lnTo>
                        <a:pt x="30" y="950"/>
                      </a:lnTo>
                      <a:lnTo>
                        <a:pt x="56" y="843"/>
                      </a:lnTo>
                      <a:lnTo>
                        <a:pt x="56" y="640"/>
                      </a:lnTo>
                      <a:lnTo>
                        <a:pt x="46" y="497"/>
                      </a:lnTo>
                      <a:lnTo>
                        <a:pt x="46" y="354"/>
                      </a:lnTo>
                      <a:lnTo>
                        <a:pt x="41" y="199"/>
                      </a:lnTo>
                      <a:lnTo>
                        <a:pt x="0" y="10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130" name="Google Shape;130;p3"/>
              <p:cNvGrpSpPr/>
              <p:nvPr/>
            </p:nvGrpSpPr>
            <p:grpSpPr>
              <a:xfrm>
                <a:off x="4494" y="2725"/>
                <a:ext cx="377" cy="1222"/>
                <a:chOff x="4494" y="2725"/>
                <a:chExt cx="377" cy="1222"/>
              </a:xfrm>
            </p:grpSpPr>
            <p:sp>
              <p:nvSpPr>
                <p:cNvPr id="131" name="Google Shape;131;p3"/>
                <p:cNvSpPr/>
                <p:nvPr/>
              </p:nvSpPr>
              <p:spPr>
                <a:xfrm>
                  <a:off x="4605" y="2725"/>
                  <a:ext cx="246" cy="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2" h="524" extrusionOk="0">
                      <a:moveTo>
                        <a:pt x="0" y="221"/>
                      </a:moveTo>
                      <a:lnTo>
                        <a:pt x="35" y="114"/>
                      </a:lnTo>
                      <a:lnTo>
                        <a:pt x="83" y="59"/>
                      </a:lnTo>
                      <a:lnTo>
                        <a:pt x="141" y="19"/>
                      </a:lnTo>
                      <a:lnTo>
                        <a:pt x="199" y="0"/>
                      </a:lnTo>
                      <a:lnTo>
                        <a:pt x="278" y="6"/>
                      </a:lnTo>
                      <a:lnTo>
                        <a:pt x="328" y="48"/>
                      </a:lnTo>
                      <a:lnTo>
                        <a:pt x="376" y="127"/>
                      </a:lnTo>
                      <a:lnTo>
                        <a:pt x="396" y="231"/>
                      </a:lnTo>
                      <a:lnTo>
                        <a:pt x="396" y="349"/>
                      </a:lnTo>
                      <a:lnTo>
                        <a:pt x="489" y="430"/>
                      </a:lnTo>
                      <a:lnTo>
                        <a:pt x="492" y="465"/>
                      </a:lnTo>
                      <a:lnTo>
                        <a:pt x="477" y="469"/>
                      </a:lnTo>
                      <a:lnTo>
                        <a:pt x="388" y="397"/>
                      </a:lnTo>
                      <a:lnTo>
                        <a:pt x="361" y="449"/>
                      </a:lnTo>
                      <a:lnTo>
                        <a:pt x="305" y="495"/>
                      </a:lnTo>
                      <a:lnTo>
                        <a:pt x="255" y="517"/>
                      </a:lnTo>
                      <a:lnTo>
                        <a:pt x="173" y="524"/>
                      </a:lnTo>
                      <a:lnTo>
                        <a:pt x="68" y="488"/>
                      </a:lnTo>
                      <a:lnTo>
                        <a:pt x="20" y="410"/>
                      </a:lnTo>
                      <a:lnTo>
                        <a:pt x="0" y="332"/>
                      </a:lnTo>
                      <a:lnTo>
                        <a:pt x="0" y="2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32" name="Google Shape;132;p3"/>
                <p:cNvSpPr/>
                <p:nvPr/>
              </p:nvSpPr>
              <p:spPr>
                <a:xfrm>
                  <a:off x="4581" y="3009"/>
                  <a:ext cx="215" cy="4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2" h="851" extrusionOk="0">
                      <a:moveTo>
                        <a:pt x="63" y="55"/>
                      </a:moveTo>
                      <a:lnTo>
                        <a:pt x="117" y="19"/>
                      </a:lnTo>
                      <a:lnTo>
                        <a:pt x="178" y="6"/>
                      </a:lnTo>
                      <a:lnTo>
                        <a:pt x="237" y="0"/>
                      </a:lnTo>
                      <a:lnTo>
                        <a:pt x="313" y="9"/>
                      </a:lnTo>
                      <a:lnTo>
                        <a:pt x="398" y="55"/>
                      </a:lnTo>
                      <a:lnTo>
                        <a:pt x="432" y="136"/>
                      </a:lnTo>
                      <a:lnTo>
                        <a:pt x="432" y="261"/>
                      </a:lnTo>
                      <a:lnTo>
                        <a:pt x="428" y="379"/>
                      </a:lnTo>
                      <a:lnTo>
                        <a:pt x="386" y="559"/>
                      </a:lnTo>
                      <a:lnTo>
                        <a:pt x="352" y="707"/>
                      </a:lnTo>
                      <a:lnTo>
                        <a:pt x="313" y="802"/>
                      </a:lnTo>
                      <a:lnTo>
                        <a:pt x="232" y="851"/>
                      </a:lnTo>
                      <a:lnTo>
                        <a:pt x="117" y="841"/>
                      </a:lnTo>
                      <a:lnTo>
                        <a:pt x="59" y="765"/>
                      </a:lnTo>
                      <a:lnTo>
                        <a:pt x="25" y="655"/>
                      </a:lnTo>
                      <a:lnTo>
                        <a:pt x="5" y="530"/>
                      </a:lnTo>
                      <a:lnTo>
                        <a:pt x="0" y="343"/>
                      </a:lnTo>
                      <a:lnTo>
                        <a:pt x="17" y="212"/>
                      </a:lnTo>
                      <a:lnTo>
                        <a:pt x="40" y="94"/>
                      </a:lnTo>
                      <a:lnTo>
                        <a:pt x="63" y="5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33" name="Google Shape;133;p3"/>
                <p:cNvSpPr/>
                <p:nvPr/>
              </p:nvSpPr>
              <p:spPr>
                <a:xfrm>
                  <a:off x="4494" y="3009"/>
                  <a:ext cx="127" cy="5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" h="1046" extrusionOk="0">
                      <a:moveTo>
                        <a:pt x="173" y="7"/>
                      </a:moveTo>
                      <a:lnTo>
                        <a:pt x="235" y="0"/>
                      </a:lnTo>
                      <a:lnTo>
                        <a:pt x="255" y="46"/>
                      </a:lnTo>
                      <a:lnTo>
                        <a:pt x="224" y="105"/>
                      </a:lnTo>
                      <a:lnTo>
                        <a:pt x="178" y="138"/>
                      </a:lnTo>
                      <a:lnTo>
                        <a:pt x="140" y="215"/>
                      </a:lnTo>
                      <a:lnTo>
                        <a:pt x="92" y="320"/>
                      </a:lnTo>
                      <a:lnTo>
                        <a:pt x="74" y="418"/>
                      </a:lnTo>
                      <a:lnTo>
                        <a:pt x="62" y="585"/>
                      </a:lnTo>
                      <a:lnTo>
                        <a:pt x="74" y="742"/>
                      </a:lnTo>
                      <a:lnTo>
                        <a:pt x="97" y="814"/>
                      </a:lnTo>
                      <a:lnTo>
                        <a:pt x="81" y="893"/>
                      </a:lnTo>
                      <a:lnTo>
                        <a:pt x="62" y="952"/>
                      </a:lnTo>
                      <a:lnTo>
                        <a:pt x="69" y="1046"/>
                      </a:lnTo>
                      <a:lnTo>
                        <a:pt x="38" y="1039"/>
                      </a:lnTo>
                      <a:lnTo>
                        <a:pt x="12" y="961"/>
                      </a:lnTo>
                      <a:lnTo>
                        <a:pt x="0" y="893"/>
                      </a:lnTo>
                      <a:lnTo>
                        <a:pt x="35" y="801"/>
                      </a:lnTo>
                      <a:lnTo>
                        <a:pt x="23" y="716"/>
                      </a:lnTo>
                      <a:lnTo>
                        <a:pt x="12" y="578"/>
                      </a:lnTo>
                      <a:lnTo>
                        <a:pt x="12" y="412"/>
                      </a:lnTo>
                      <a:lnTo>
                        <a:pt x="35" y="235"/>
                      </a:lnTo>
                      <a:lnTo>
                        <a:pt x="74" y="105"/>
                      </a:lnTo>
                      <a:lnTo>
                        <a:pt x="115" y="36"/>
                      </a:lnTo>
                      <a:lnTo>
                        <a:pt x="173" y="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34" name="Google Shape;134;p3"/>
                <p:cNvSpPr/>
                <p:nvPr/>
              </p:nvSpPr>
              <p:spPr>
                <a:xfrm>
                  <a:off x="4774" y="3022"/>
                  <a:ext cx="80" cy="4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" h="993" extrusionOk="0">
                      <a:moveTo>
                        <a:pt x="3" y="2"/>
                      </a:moveTo>
                      <a:lnTo>
                        <a:pt x="69" y="0"/>
                      </a:lnTo>
                      <a:lnTo>
                        <a:pt x="114" y="77"/>
                      </a:lnTo>
                      <a:lnTo>
                        <a:pt x="160" y="293"/>
                      </a:lnTo>
                      <a:lnTo>
                        <a:pt x="160" y="542"/>
                      </a:lnTo>
                      <a:lnTo>
                        <a:pt x="137" y="754"/>
                      </a:lnTo>
                      <a:lnTo>
                        <a:pt x="160" y="825"/>
                      </a:lnTo>
                      <a:lnTo>
                        <a:pt x="160" y="923"/>
                      </a:lnTo>
                      <a:lnTo>
                        <a:pt x="137" y="993"/>
                      </a:lnTo>
                      <a:lnTo>
                        <a:pt x="106" y="930"/>
                      </a:lnTo>
                      <a:lnTo>
                        <a:pt x="91" y="835"/>
                      </a:lnTo>
                      <a:lnTo>
                        <a:pt x="57" y="763"/>
                      </a:lnTo>
                      <a:lnTo>
                        <a:pt x="95" y="698"/>
                      </a:lnTo>
                      <a:lnTo>
                        <a:pt x="118" y="542"/>
                      </a:lnTo>
                      <a:lnTo>
                        <a:pt x="118" y="394"/>
                      </a:lnTo>
                      <a:lnTo>
                        <a:pt x="95" y="247"/>
                      </a:lnTo>
                      <a:lnTo>
                        <a:pt x="49" y="140"/>
                      </a:lnTo>
                      <a:lnTo>
                        <a:pt x="0" y="87"/>
                      </a:lnTo>
                      <a:lnTo>
                        <a:pt x="3" y="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35" name="Google Shape;135;p3"/>
                <p:cNvSpPr/>
                <p:nvPr/>
              </p:nvSpPr>
              <p:spPr>
                <a:xfrm>
                  <a:off x="4582" y="3350"/>
                  <a:ext cx="181" cy="5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" h="1194" extrusionOk="0">
                      <a:moveTo>
                        <a:pt x="35" y="0"/>
                      </a:moveTo>
                      <a:lnTo>
                        <a:pt x="78" y="49"/>
                      </a:lnTo>
                      <a:lnTo>
                        <a:pt x="94" y="100"/>
                      </a:lnTo>
                      <a:lnTo>
                        <a:pt x="110" y="273"/>
                      </a:lnTo>
                      <a:lnTo>
                        <a:pt x="120" y="390"/>
                      </a:lnTo>
                      <a:lnTo>
                        <a:pt x="120" y="589"/>
                      </a:lnTo>
                      <a:lnTo>
                        <a:pt x="117" y="775"/>
                      </a:lnTo>
                      <a:lnTo>
                        <a:pt x="100" y="925"/>
                      </a:lnTo>
                      <a:lnTo>
                        <a:pt x="86" y="970"/>
                      </a:lnTo>
                      <a:lnTo>
                        <a:pt x="175" y="995"/>
                      </a:lnTo>
                      <a:lnTo>
                        <a:pt x="252" y="1025"/>
                      </a:lnTo>
                      <a:lnTo>
                        <a:pt x="351" y="1086"/>
                      </a:lnTo>
                      <a:lnTo>
                        <a:pt x="364" y="1112"/>
                      </a:lnTo>
                      <a:lnTo>
                        <a:pt x="354" y="1157"/>
                      </a:lnTo>
                      <a:lnTo>
                        <a:pt x="304" y="1194"/>
                      </a:lnTo>
                      <a:lnTo>
                        <a:pt x="284" y="1173"/>
                      </a:lnTo>
                      <a:lnTo>
                        <a:pt x="268" y="1124"/>
                      </a:lnTo>
                      <a:lnTo>
                        <a:pt x="221" y="1082"/>
                      </a:lnTo>
                      <a:lnTo>
                        <a:pt x="137" y="1036"/>
                      </a:lnTo>
                      <a:lnTo>
                        <a:pt x="83" y="1025"/>
                      </a:lnTo>
                      <a:lnTo>
                        <a:pt x="18" y="1025"/>
                      </a:lnTo>
                      <a:lnTo>
                        <a:pt x="18" y="987"/>
                      </a:lnTo>
                      <a:lnTo>
                        <a:pt x="49" y="946"/>
                      </a:lnTo>
                      <a:lnTo>
                        <a:pt x="78" y="813"/>
                      </a:lnTo>
                      <a:lnTo>
                        <a:pt x="86" y="671"/>
                      </a:lnTo>
                      <a:lnTo>
                        <a:pt x="83" y="548"/>
                      </a:lnTo>
                      <a:lnTo>
                        <a:pt x="78" y="390"/>
                      </a:lnTo>
                      <a:lnTo>
                        <a:pt x="61" y="253"/>
                      </a:lnTo>
                      <a:lnTo>
                        <a:pt x="25" y="153"/>
                      </a:lnTo>
                      <a:lnTo>
                        <a:pt x="0" y="62"/>
                      </a:lnTo>
                      <a:lnTo>
                        <a:pt x="8" y="29"/>
                      </a:lnTo>
                      <a:lnTo>
                        <a:pt x="3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36" name="Google Shape;136;p3"/>
                <p:cNvSpPr/>
                <p:nvPr/>
              </p:nvSpPr>
              <p:spPr>
                <a:xfrm>
                  <a:off x="4702" y="3350"/>
                  <a:ext cx="169" cy="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" h="1074" extrusionOk="0">
                      <a:moveTo>
                        <a:pt x="0" y="85"/>
                      </a:moveTo>
                      <a:lnTo>
                        <a:pt x="0" y="16"/>
                      </a:lnTo>
                      <a:lnTo>
                        <a:pt x="35" y="0"/>
                      </a:lnTo>
                      <a:lnTo>
                        <a:pt x="89" y="0"/>
                      </a:lnTo>
                      <a:lnTo>
                        <a:pt x="129" y="40"/>
                      </a:lnTo>
                      <a:lnTo>
                        <a:pt x="136" y="75"/>
                      </a:lnTo>
                      <a:lnTo>
                        <a:pt x="129" y="154"/>
                      </a:lnTo>
                      <a:lnTo>
                        <a:pt x="101" y="252"/>
                      </a:lnTo>
                      <a:lnTo>
                        <a:pt x="89" y="402"/>
                      </a:lnTo>
                      <a:lnTo>
                        <a:pt x="81" y="501"/>
                      </a:lnTo>
                      <a:lnTo>
                        <a:pt x="81" y="516"/>
                      </a:lnTo>
                      <a:lnTo>
                        <a:pt x="93" y="654"/>
                      </a:lnTo>
                      <a:lnTo>
                        <a:pt x="113" y="731"/>
                      </a:lnTo>
                      <a:lnTo>
                        <a:pt x="129" y="794"/>
                      </a:lnTo>
                      <a:lnTo>
                        <a:pt x="124" y="820"/>
                      </a:lnTo>
                      <a:lnTo>
                        <a:pt x="175" y="892"/>
                      </a:lnTo>
                      <a:lnTo>
                        <a:pt x="228" y="938"/>
                      </a:lnTo>
                      <a:lnTo>
                        <a:pt x="287" y="980"/>
                      </a:lnTo>
                      <a:lnTo>
                        <a:pt x="337" y="1000"/>
                      </a:lnTo>
                      <a:lnTo>
                        <a:pt x="337" y="1035"/>
                      </a:lnTo>
                      <a:lnTo>
                        <a:pt x="311" y="1065"/>
                      </a:lnTo>
                      <a:lnTo>
                        <a:pt x="245" y="1074"/>
                      </a:lnTo>
                      <a:lnTo>
                        <a:pt x="198" y="1055"/>
                      </a:lnTo>
                      <a:lnTo>
                        <a:pt x="198" y="1030"/>
                      </a:lnTo>
                      <a:lnTo>
                        <a:pt x="159" y="938"/>
                      </a:lnTo>
                      <a:lnTo>
                        <a:pt x="93" y="888"/>
                      </a:lnTo>
                      <a:lnTo>
                        <a:pt x="47" y="840"/>
                      </a:lnTo>
                      <a:lnTo>
                        <a:pt x="12" y="814"/>
                      </a:lnTo>
                      <a:lnTo>
                        <a:pt x="23" y="781"/>
                      </a:lnTo>
                      <a:lnTo>
                        <a:pt x="43" y="693"/>
                      </a:lnTo>
                      <a:lnTo>
                        <a:pt x="43" y="526"/>
                      </a:lnTo>
                      <a:lnTo>
                        <a:pt x="35" y="409"/>
                      </a:lnTo>
                      <a:lnTo>
                        <a:pt x="35" y="291"/>
                      </a:lnTo>
                      <a:lnTo>
                        <a:pt x="31" y="164"/>
                      </a:lnTo>
                      <a:lnTo>
                        <a:pt x="0" y="8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137" name="Google Shape;137;p3"/>
              <p:cNvGrpSpPr/>
              <p:nvPr/>
            </p:nvGrpSpPr>
            <p:grpSpPr>
              <a:xfrm>
                <a:off x="3805" y="2980"/>
                <a:ext cx="197" cy="786"/>
                <a:chOff x="3805" y="2980"/>
                <a:chExt cx="197" cy="786"/>
              </a:xfrm>
            </p:grpSpPr>
            <p:sp>
              <p:nvSpPr>
                <p:cNvPr id="138" name="Google Shape;138;p3"/>
                <p:cNvSpPr/>
                <p:nvPr/>
              </p:nvSpPr>
              <p:spPr>
                <a:xfrm>
                  <a:off x="3862" y="2980"/>
                  <a:ext cx="129" cy="1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" h="338" extrusionOk="0">
                      <a:moveTo>
                        <a:pt x="0" y="144"/>
                      </a:moveTo>
                      <a:lnTo>
                        <a:pt x="19" y="74"/>
                      </a:lnTo>
                      <a:lnTo>
                        <a:pt x="43" y="37"/>
                      </a:lnTo>
                      <a:lnTo>
                        <a:pt x="74" y="13"/>
                      </a:lnTo>
                      <a:lnTo>
                        <a:pt x="104" y="0"/>
                      </a:lnTo>
                      <a:lnTo>
                        <a:pt x="146" y="5"/>
                      </a:lnTo>
                      <a:lnTo>
                        <a:pt x="172" y="32"/>
                      </a:lnTo>
                      <a:lnTo>
                        <a:pt x="196" y="82"/>
                      </a:lnTo>
                      <a:lnTo>
                        <a:pt x="207" y="149"/>
                      </a:lnTo>
                      <a:lnTo>
                        <a:pt x="207" y="225"/>
                      </a:lnTo>
                      <a:lnTo>
                        <a:pt x="256" y="278"/>
                      </a:lnTo>
                      <a:lnTo>
                        <a:pt x="258" y="300"/>
                      </a:lnTo>
                      <a:lnTo>
                        <a:pt x="250" y="303"/>
                      </a:lnTo>
                      <a:lnTo>
                        <a:pt x="203" y="257"/>
                      </a:lnTo>
                      <a:lnTo>
                        <a:pt x="189" y="290"/>
                      </a:lnTo>
                      <a:lnTo>
                        <a:pt x="160" y="319"/>
                      </a:lnTo>
                      <a:lnTo>
                        <a:pt x="134" y="334"/>
                      </a:lnTo>
                      <a:lnTo>
                        <a:pt x="91" y="338"/>
                      </a:lnTo>
                      <a:lnTo>
                        <a:pt x="35" y="316"/>
                      </a:lnTo>
                      <a:lnTo>
                        <a:pt x="11" y="265"/>
                      </a:lnTo>
                      <a:lnTo>
                        <a:pt x="0" y="214"/>
                      </a:lnTo>
                      <a:lnTo>
                        <a:pt x="0" y="14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39" name="Google Shape;139;p3"/>
                <p:cNvSpPr/>
                <p:nvPr/>
              </p:nvSpPr>
              <p:spPr>
                <a:xfrm>
                  <a:off x="3851" y="3164"/>
                  <a:ext cx="115" cy="2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" h="541" extrusionOk="0">
                      <a:moveTo>
                        <a:pt x="32" y="35"/>
                      </a:moveTo>
                      <a:lnTo>
                        <a:pt x="59" y="13"/>
                      </a:lnTo>
                      <a:lnTo>
                        <a:pt x="93" y="4"/>
                      </a:lnTo>
                      <a:lnTo>
                        <a:pt x="124" y="0"/>
                      </a:lnTo>
                      <a:lnTo>
                        <a:pt x="164" y="5"/>
                      </a:lnTo>
                      <a:lnTo>
                        <a:pt x="210" y="35"/>
                      </a:lnTo>
                      <a:lnTo>
                        <a:pt x="228" y="87"/>
                      </a:lnTo>
                      <a:lnTo>
                        <a:pt x="228" y="167"/>
                      </a:lnTo>
                      <a:lnTo>
                        <a:pt x="225" y="241"/>
                      </a:lnTo>
                      <a:lnTo>
                        <a:pt x="204" y="357"/>
                      </a:lnTo>
                      <a:lnTo>
                        <a:pt x="185" y="450"/>
                      </a:lnTo>
                      <a:lnTo>
                        <a:pt x="164" y="510"/>
                      </a:lnTo>
                      <a:lnTo>
                        <a:pt x="121" y="541"/>
                      </a:lnTo>
                      <a:lnTo>
                        <a:pt x="59" y="536"/>
                      </a:lnTo>
                      <a:lnTo>
                        <a:pt x="29" y="487"/>
                      </a:lnTo>
                      <a:lnTo>
                        <a:pt x="10" y="417"/>
                      </a:lnTo>
                      <a:lnTo>
                        <a:pt x="1" y="338"/>
                      </a:lnTo>
                      <a:lnTo>
                        <a:pt x="0" y="219"/>
                      </a:lnTo>
                      <a:lnTo>
                        <a:pt x="7" y="135"/>
                      </a:lnTo>
                      <a:lnTo>
                        <a:pt x="20" y="60"/>
                      </a:lnTo>
                      <a:lnTo>
                        <a:pt x="32" y="3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40" name="Google Shape;140;p3"/>
                <p:cNvSpPr/>
                <p:nvPr/>
              </p:nvSpPr>
              <p:spPr>
                <a:xfrm>
                  <a:off x="3805" y="3164"/>
                  <a:ext cx="66" cy="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" h="669" extrusionOk="0">
                      <a:moveTo>
                        <a:pt x="90" y="4"/>
                      </a:moveTo>
                      <a:lnTo>
                        <a:pt x="121" y="0"/>
                      </a:lnTo>
                      <a:lnTo>
                        <a:pt x="132" y="29"/>
                      </a:lnTo>
                      <a:lnTo>
                        <a:pt x="116" y="67"/>
                      </a:lnTo>
                      <a:lnTo>
                        <a:pt x="92" y="88"/>
                      </a:lnTo>
                      <a:lnTo>
                        <a:pt x="72" y="137"/>
                      </a:lnTo>
                      <a:lnTo>
                        <a:pt x="47" y="205"/>
                      </a:lnTo>
                      <a:lnTo>
                        <a:pt x="38" y="267"/>
                      </a:lnTo>
                      <a:lnTo>
                        <a:pt x="32" y="374"/>
                      </a:lnTo>
                      <a:lnTo>
                        <a:pt x="38" y="474"/>
                      </a:lnTo>
                      <a:lnTo>
                        <a:pt x="50" y="520"/>
                      </a:lnTo>
                      <a:lnTo>
                        <a:pt x="41" y="571"/>
                      </a:lnTo>
                      <a:lnTo>
                        <a:pt x="32" y="609"/>
                      </a:lnTo>
                      <a:lnTo>
                        <a:pt x="35" y="669"/>
                      </a:lnTo>
                      <a:lnTo>
                        <a:pt x="20" y="664"/>
                      </a:lnTo>
                      <a:lnTo>
                        <a:pt x="6" y="615"/>
                      </a:lnTo>
                      <a:lnTo>
                        <a:pt x="0" y="571"/>
                      </a:lnTo>
                      <a:lnTo>
                        <a:pt x="18" y="512"/>
                      </a:lnTo>
                      <a:lnTo>
                        <a:pt x="12" y="458"/>
                      </a:lnTo>
                      <a:lnTo>
                        <a:pt x="6" y="369"/>
                      </a:lnTo>
                      <a:lnTo>
                        <a:pt x="6" y="263"/>
                      </a:lnTo>
                      <a:lnTo>
                        <a:pt x="18" y="150"/>
                      </a:lnTo>
                      <a:lnTo>
                        <a:pt x="38" y="67"/>
                      </a:lnTo>
                      <a:lnTo>
                        <a:pt x="59" y="23"/>
                      </a:lnTo>
                      <a:lnTo>
                        <a:pt x="90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41" name="Google Shape;141;p3"/>
                <p:cNvSpPr/>
                <p:nvPr/>
              </p:nvSpPr>
              <p:spPr>
                <a:xfrm>
                  <a:off x="3953" y="3170"/>
                  <a:ext cx="40" cy="3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" h="641" extrusionOk="0">
                      <a:moveTo>
                        <a:pt x="2" y="3"/>
                      </a:moveTo>
                      <a:lnTo>
                        <a:pt x="34" y="0"/>
                      </a:lnTo>
                      <a:lnTo>
                        <a:pt x="57" y="51"/>
                      </a:lnTo>
                      <a:lnTo>
                        <a:pt x="81" y="190"/>
                      </a:lnTo>
                      <a:lnTo>
                        <a:pt x="81" y="350"/>
                      </a:lnTo>
                      <a:lnTo>
                        <a:pt x="69" y="487"/>
                      </a:lnTo>
                      <a:lnTo>
                        <a:pt x="81" y="534"/>
                      </a:lnTo>
                      <a:lnTo>
                        <a:pt x="81" y="596"/>
                      </a:lnTo>
                      <a:lnTo>
                        <a:pt x="69" y="641"/>
                      </a:lnTo>
                      <a:lnTo>
                        <a:pt x="54" y="601"/>
                      </a:lnTo>
                      <a:lnTo>
                        <a:pt x="46" y="540"/>
                      </a:lnTo>
                      <a:lnTo>
                        <a:pt x="28" y="494"/>
                      </a:lnTo>
                      <a:lnTo>
                        <a:pt x="48" y="452"/>
                      </a:lnTo>
                      <a:lnTo>
                        <a:pt x="60" y="350"/>
                      </a:lnTo>
                      <a:lnTo>
                        <a:pt x="60" y="256"/>
                      </a:lnTo>
                      <a:lnTo>
                        <a:pt x="48" y="161"/>
                      </a:lnTo>
                      <a:lnTo>
                        <a:pt x="25" y="91"/>
                      </a:lnTo>
                      <a:lnTo>
                        <a:pt x="0" y="57"/>
                      </a:lnTo>
                      <a:lnTo>
                        <a:pt x="2" y="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42" name="Google Shape;142;p3"/>
                <p:cNvSpPr/>
                <p:nvPr/>
              </p:nvSpPr>
              <p:spPr>
                <a:xfrm>
                  <a:off x="3851" y="3382"/>
                  <a:ext cx="93" cy="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" h="768" extrusionOk="0">
                      <a:moveTo>
                        <a:pt x="18" y="0"/>
                      </a:moveTo>
                      <a:lnTo>
                        <a:pt x="40" y="32"/>
                      </a:lnTo>
                      <a:lnTo>
                        <a:pt x="47" y="64"/>
                      </a:lnTo>
                      <a:lnTo>
                        <a:pt x="56" y="176"/>
                      </a:lnTo>
                      <a:lnTo>
                        <a:pt x="61" y="251"/>
                      </a:lnTo>
                      <a:lnTo>
                        <a:pt x="61" y="378"/>
                      </a:lnTo>
                      <a:lnTo>
                        <a:pt x="59" y="499"/>
                      </a:lnTo>
                      <a:lnTo>
                        <a:pt x="50" y="595"/>
                      </a:lnTo>
                      <a:lnTo>
                        <a:pt x="43" y="625"/>
                      </a:lnTo>
                      <a:lnTo>
                        <a:pt x="89" y="640"/>
                      </a:lnTo>
                      <a:lnTo>
                        <a:pt x="127" y="659"/>
                      </a:lnTo>
                      <a:lnTo>
                        <a:pt x="179" y="699"/>
                      </a:lnTo>
                      <a:lnTo>
                        <a:pt x="185" y="715"/>
                      </a:lnTo>
                      <a:lnTo>
                        <a:pt x="181" y="745"/>
                      </a:lnTo>
                      <a:lnTo>
                        <a:pt x="155" y="768"/>
                      </a:lnTo>
                      <a:lnTo>
                        <a:pt x="144" y="755"/>
                      </a:lnTo>
                      <a:lnTo>
                        <a:pt x="136" y="724"/>
                      </a:lnTo>
                      <a:lnTo>
                        <a:pt x="112" y="697"/>
                      </a:lnTo>
                      <a:lnTo>
                        <a:pt x="69" y="667"/>
                      </a:lnTo>
                      <a:lnTo>
                        <a:pt x="41" y="659"/>
                      </a:lnTo>
                      <a:lnTo>
                        <a:pt x="9" y="659"/>
                      </a:lnTo>
                      <a:lnTo>
                        <a:pt x="9" y="635"/>
                      </a:lnTo>
                      <a:lnTo>
                        <a:pt x="24" y="608"/>
                      </a:lnTo>
                      <a:lnTo>
                        <a:pt x="40" y="523"/>
                      </a:lnTo>
                      <a:lnTo>
                        <a:pt x="43" y="433"/>
                      </a:lnTo>
                      <a:lnTo>
                        <a:pt x="41" y="353"/>
                      </a:lnTo>
                      <a:lnTo>
                        <a:pt x="40" y="251"/>
                      </a:lnTo>
                      <a:lnTo>
                        <a:pt x="30" y="163"/>
                      </a:lnTo>
                      <a:lnTo>
                        <a:pt x="12" y="99"/>
                      </a:lnTo>
                      <a:lnTo>
                        <a:pt x="0" y="40"/>
                      </a:lnTo>
                      <a:lnTo>
                        <a:pt x="3" y="19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43" name="Google Shape;143;p3"/>
                <p:cNvSpPr/>
                <p:nvPr/>
              </p:nvSpPr>
              <p:spPr>
                <a:xfrm>
                  <a:off x="3915" y="3382"/>
                  <a:ext cx="87" cy="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" h="689" extrusionOk="0">
                      <a:moveTo>
                        <a:pt x="0" y="55"/>
                      </a:moveTo>
                      <a:lnTo>
                        <a:pt x="0" y="11"/>
                      </a:lnTo>
                      <a:lnTo>
                        <a:pt x="17" y="0"/>
                      </a:lnTo>
                      <a:lnTo>
                        <a:pt x="46" y="0"/>
                      </a:lnTo>
                      <a:lnTo>
                        <a:pt x="66" y="25"/>
                      </a:lnTo>
                      <a:lnTo>
                        <a:pt x="71" y="49"/>
                      </a:lnTo>
                      <a:lnTo>
                        <a:pt x="66" y="98"/>
                      </a:lnTo>
                      <a:lnTo>
                        <a:pt x="52" y="162"/>
                      </a:lnTo>
                      <a:lnTo>
                        <a:pt x="46" y="257"/>
                      </a:lnTo>
                      <a:lnTo>
                        <a:pt x="41" y="320"/>
                      </a:lnTo>
                      <a:lnTo>
                        <a:pt x="41" y="330"/>
                      </a:lnTo>
                      <a:lnTo>
                        <a:pt x="48" y="419"/>
                      </a:lnTo>
                      <a:lnTo>
                        <a:pt x="58" y="469"/>
                      </a:lnTo>
                      <a:lnTo>
                        <a:pt x="66" y="508"/>
                      </a:lnTo>
                      <a:lnTo>
                        <a:pt x="64" y="525"/>
                      </a:lnTo>
                      <a:lnTo>
                        <a:pt x="90" y="571"/>
                      </a:lnTo>
                      <a:lnTo>
                        <a:pt x="118" y="600"/>
                      </a:lnTo>
                      <a:lnTo>
                        <a:pt x="149" y="627"/>
                      </a:lnTo>
                      <a:lnTo>
                        <a:pt x="175" y="640"/>
                      </a:lnTo>
                      <a:lnTo>
                        <a:pt x="175" y="664"/>
                      </a:lnTo>
                      <a:lnTo>
                        <a:pt x="160" y="683"/>
                      </a:lnTo>
                      <a:lnTo>
                        <a:pt x="126" y="689"/>
                      </a:lnTo>
                      <a:lnTo>
                        <a:pt x="101" y="676"/>
                      </a:lnTo>
                      <a:lnTo>
                        <a:pt x="101" y="659"/>
                      </a:lnTo>
                      <a:lnTo>
                        <a:pt x="81" y="600"/>
                      </a:lnTo>
                      <a:lnTo>
                        <a:pt x="48" y="570"/>
                      </a:lnTo>
                      <a:lnTo>
                        <a:pt x="23" y="538"/>
                      </a:lnTo>
                      <a:lnTo>
                        <a:pt x="6" y="521"/>
                      </a:lnTo>
                      <a:lnTo>
                        <a:pt x="12" y="500"/>
                      </a:lnTo>
                      <a:lnTo>
                        <a:pt x="21" y="443"/>
                      </a:lnTo>
                      <a:lnTo>
                        <a:pt x="21" y="337"/>
                      </a:lnTo>
                      <a:lnTo>
                        <a:pt x="17" y="262"/>
                      </a:lnTo>
                      <a:lnTo>
                        <a:pt x="17" y="187"/>
                      </a:lnTo>
                      <a:lnTo>
                        <a:pt x="15" y="105"/>
                      </a:lnTo>
                      <a:lnTo>
                        <a:pt x="0" y="5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144" name="Google Shape;144;p3"/>
              <p:cNvGrpSpPr/>
              <p:nvPr/>
            </p:nvGrpSpPr>
            <p:grpSpPr>
              <a:xfrm>
                <a:off x="4097" y="2814"/>
                <a:ext cx="275" cy="1001"/>
                <a:chOff x="4097" y="2814"/>
                <a:chExt cx="275" cy="1001"/>
              </a:xfrm>
            </p:grpSpPr>
            <p:sp>
              <p:nvSpPr>
                <p:cNvPr id="145" name="Google Shape;145;p3"/>
                <p:cNvSpPr/>
                <p:nvPr/>
              </p:nvSpPr>
              <p:spPr>
                <a:xfrm>
                  <a:off x="4177" y="2814"/>
                  <a:ext cx="181" cy="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" h="433" extrusionOk="0">
                      <a:moveTo>
                        <a:pt x="0" y="184"/>
                      </a:moveTo>
                      <a:lnTo>
                        <a:pt x="26" y="94"/>
                      </a:lnTo>
                      <a:lnTo>
                        <a:pt x="61" y="48"/>
                      </a:lnTo>
                      <a:lnTo>
                        <a:pt x="104" y="16"/>
                      </a:lnTo>
                      <a:lnTo>
                        <a:pt x="147" y="0"/>
                      </a:lnTo>
                      <a:lnTo>
                        <a:pt x="204" y="6"/>
                      </a:lnTo>
                      <a:lnTo>
                        <a:pt x="240" y="40"/>
                      </a:lnTo>
                      <a:lnTo>
                        <a:pt x="276" y="105"/>
                      </a:lnTo>
                      <a:lnTo>
                        <a:pt x="290" y="191"/>
                      </a:lnTo>
                      <a:lnTo>
                        <a:pt x="290" y="288"/>
                      </a:lnTo>
                      <a:lnTo>
                        <a:pt x="359" y="356"/>
                      </a:lnTo>
                      <a:lnTo>
                        <a:pt x="360" y="385"/>
                      </a:lnTo>
                      <a:lnTo>
                        <a:pt x="349" y="387"/>
                      </a:lnTo>
                      <a:lnTo>
                        <a:pt x="283" y="328"/>
                      </a:lnTo>
                      <a:lnTo>
                        <a:pt x="263" y="372"/>
                      </a:lnTo>
                      <a:lnTo>
                        <a:pt x="224" y="410"/>
                      </a:lnTo>
                      <a:lnTo>
                        <a:pt x="187" y="429"/>
                      </a:lnTo>
                      <a:lnTo>
                        <a:pt x="127" y="433"/>
                      </a:lnTo>
                      <a:lnTo>
                        <a:pt x="49" y="404"/>
                      </a:lnTo>
                      <a:lnTo>
                        <a:pt x="15" y="339"/>
                      </a:lnTo>
                      <a:lnTo>
                        <a:pt x="0" y="274"/>
                      </a:lnTo>
                      <a:lnTo>
                        <a:pt x="0" y="1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46" name="Google Shape;146;p3"/>
                <p:cNvSpPr/>
                <p:nvPr/>
              </p:nvSpPr>
              <p:spPr>
                <a:xfrm>
                  <a:off x="4162" y="3049"/>
                  <a:ext cx="158" cy="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6" h="694" extrusionOk="0">
                      <a:moveTo>
                        <a:pt x="44" y="44"/>
                      </a:moveTo>
                      <a:lnTo>
                        <a:pt x="84" y="15"/>
                      </a:lnTo>
                      <a:lnTo>
                        <a:pt x="130" y="4"/>
                      </a:lnTo>
                      <a:lnTo>
                        <a:pt x="172" y="0"/>
                      </a:lnTo>
                      <a:lnTo>
                        <a:pt x="228" y="7"/>
                      </a:lnTo>
                      <a:lnTo>
                        <a:pt x="290" y="44"/>
                      </a:lnTo>
                      <a:lnTo>
                        <a:pt x="316" y="112"/>
                      </a:lnTo>
                      <a:lnTo>
                        <a:pt x="316" y="213"/>
                      </a:lnTo>
                      <a:lnTo>
                        <a:pt x="313" y="308"/>
                      </a:lnTo>
                      <a:lnTo>
                        <a:pt x="282" y="456"/>
                      </a:lnTo>
                      <a:lnTo>
                        <a:pt x="256" y="576"/>
                      </a:lnTo>
                      <a:lnTo>
                        <a:pt x="228" y="654"/>
                      </a:lnTo>
                      <a:lnTo>
                        <a:pt x="169" y="694"/>
                      </a:lnTo>
                      <a:lnTo>
                        <a:pt x="84" y="685"/>
                      </a:lnTo>
                      <a:lnTo>
                        <a:pt x="43" y="624"/>
                      </a:lnTo>
                      <a:lnTo>
                        <a:pt x="17" y="533"/>
                      </a:lnTo>
                      <a:lnTo>
                        <a:pt x="3" y="431"/>
                      </a:lnTo>
                      <a:lnTo>
                        <a:pt x="0" y="279"/>
                      </a:lnTo>
                      <a:lnTo>
                        <a:pt x="11" y="173"/>
                      </a:lnTo>
                      <a:lnTo>
                        <a:pt x="28" y="76"/>
                      </a:lnTo>
                      <a:lnTo>
                        <a:pt x="44" y="4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47" name="Google Shape;147;p3"/>
                <p:cNvSpPr/>
                <p:nvPr/>
              </p:nvSpPr>
              <p:spPr>
                <a:xfrm>
                  <a:off x="4097" y="3048"/>
                  <a:ext cx="94" cy="4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" h="857" extrusionOk="0">
                      <a:moveTo>
                        <a:pt x="127" y="6"/>
                      </a:moveTo>
                      <a:lnTo>
                        <a:pt x="173" y="0"/>
                      </a:lnTo>
                      <a:lnTo>
                        <a:pt x="188" y="38"/>
                      </a:lnTo>
                      <a:lnTo>
                        <a:pt x="165" y="86"/>
                      </a:lnTo>
                      <a:lnTo>
                        <a:pt x="130" y="114"/>
                      </a:lnTo>
                      <a:lnTo>
                        <a:pt x="102" y="177"/>
                      </a:lnTo>
                      <a:lnTo>
                        <a:pt x="67" y="263"/>
                      </a:lnTo>
                      <a:lnTo>
                        <a:pt x="53" y="343"/>
                      </a:lnTo>
                      <a:lnTo>
                        <a:pt x="44" y="480"/>
                      </a:lnTo>
                      <a:lnTo>
                        <a:pt x="53" y="608"/>
                      </a:lnTo>
                      <a:lnTo>
                        <a:pt x="70" y="667"/>
                      </a:lnTo>
                      <a:lnTo>
                        <a:pt x="59" y="732"/>
                      </a:lnTo>
                      <a:lnTo>
                        <a:pt x="44" y="780"/>
                      </a:lnTo>
                      <a:lnTo>
                        <a:pt x="50" y="857"/>
                      </a:lnTo>
                      <a:lnTo>
                        <a:pt x="27" y="852"/>
                      </a:lnTo>
                      <a:lnTo>
                        <a:pt x="7" y="787"/>
                      </a:lnTo>
                      <a:lnTo>
                        <a:pt x="0" y="732"/>
                      </a:lnTo>
                      <a:lnTo>
                        <a:pt x="24" y="657"/>
                      </a:lnTo>
                      <a:lnTo>
                        <a:pt x="16" y="587"/>
                      </a:lnTo>
                      <a:lnTo>
                        <a:pt x="7" y="475"/>
                      </a:lnTo>
                      <a:lnTo>
                        <a:pt x="7" y="339"/>
                      </a:lnTo>
                      <a:lnTo>
                        <a:pt x="24" y="194"/>
                      </a:lnTo>
                      <a:lnTo>
                        <a:pt x="53" y="86"/>
                      </a:lnTo>
                      <a:lnTo>
                        <a:pt x="84" y="30"/>
                      </a:lnTo>
                      <a:lnTo>
                        <a:pt x="127" y="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48" name="Google Shape;148;p3"/>
                <p:cNvSpPr/>
                <p:nvPr/>
              </p:nvSpPr>
              <p:spPr>
                <a:xfrm>
                  <a:off x="4303" y="3059"/>
                  <a:ext cx="58" cy="4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" h="810" extrusionOk="0">
                      <a:moveTo>
                        <a:pt x="3" y="2"/>
                      </a:moveTo>
                      <a:lnTo>
                        <a:pt x="51" y="0"/>
                      </a:lnTo>
                      <a:lnTo>
                        <a:pt x="83" y="63"/>
                      </a:lnTo>
                      <a:lnTo>
                        <a:pt x="117" y="240"/>
                      </a:lnTo>
                      <a:lnTo>
                        <a:pt x="117" y="443"/>
                      </a:lnTo>
                      <a:lnTo>
                        <a:pt x="100" y="616"/>
                      </a:lnTo>
                      <a:lnTo>
                        <a:pt x="117" y="675"/>
                      </a:lnTo>
                      <a:lnTo>
                        <a:pt x="117" y="754"/>
                      </a:lnTo>
                      <a:lnTo>
                        <a:pt x="100" y="810"/>
                      </a:lnTo>
                      <a:lnTo>
                        <a:pt x="78" y="760"/>
                      </a:lnTo>
                      <a:lnTo>
                        <a:pt x="66" y="682"/>
                      </a:lnTo>
                      <a:lnTo>
                        <a:pt x="42" y="624"/>
                      </a:lnTo>
                      <a:lnTo>
                        <a:pt x="69" y="570"/>
                      </a:lnTo>
                      <a:lnTo>
                        <a:pt x="86" y="443"/>
                      </a:lnTo>
                      <a:lnTo>
                        <a:pt x="86" y="323"/>
                      </a:lnTo>
                      <a:lnTo>
                        <a:pt x="69" y="202"/>
                      </a:lnTo>
                      <a:lnTo>
                        <a:pt x="37" y="114"/>
                      </a:lnTo>
                      <a:lnTo>
                        <a:pt x="0" y="72"/>
                      </a:lnTo>
                      <a:lnTo>
                        <a:pt x="3" y="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49" name="Google Shape;149;p3"/>
                <p:cNvSpPr/>
                <p:nvPr/>
              </p:nvSpPr>
              <p:spPr>
                <a:xfrm>
                  <a:off x="4162" y="3327"/>
                  <a:ext cx="133" cy="4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" h="976" extrusionOk="0">
                      <a:moveTo>
                        <a:pt x="26" y="0"/>
                      </a:moveTo>
                      <a:lnTo>
                        <a:pt x="57" y="41"/>
                      </a:lnTo>
                      <a:lnTo>
                        <a:pt x="69" y="82"/>
                      </a:lnTo>
                      <a:lnTo>
                        <a:pt x="81" y="224"/>
                      </a:lnTo>
                      <a:lnTo>
                        <a:pt x="87" y="319"/>
                      </a:lnTo>
                      <a:lnTo>
                        <a:pt x="87" y="482"/>
                      </a:lnTo>
                      <a:lnTo>
                        <a:pt x="84" y="635"/>
                      </a:lnTo>
                      <a:lnTo>
                        <a:pt x="72" y="756"/>
                      </a:lnTo>
                      <a:lnTo>
                        <a:pt x="63" y="794"/>
                      </a:lnTo>
                      <a:lnTo>
                        <a:pt x="127" y="814"/>
                      </a:lnTo>
                      <a:lnTo>
                        <a:pt x="182" y="837"/>
                      </a:lnTo>
                      <a:lnTo>
                        <a:pt x="256" y="889"/>
                      </a:lnTo>
                      <a:lnTo>
                        <a:pt x="265" y="909"/>
                      </a:lnTo>
                      <a:lnTo>
                        <a:pt x="259" y="947"/>
                      </a:lnTo>
                      <a:lnTo>
                        <a:pt x="222" y="976"/>
                      </a:lnTo>
                      <a:lnTo>
                        <a:pt x="207" y="960"/>
                      </a:lnTo>
                      <a:lnTo>
                        <a:pt x="195" y="920"/>
                      </a:lnTo>
                      <a:lnTo>
                        <a:pt x="161" y="886"/>
                      </a:lnTo>
                      <a:lnTo>
                        <a:pt x="100" y="848"/>
                      </a:lnTo>
                      <a:lnTo>
                        <a:pt x="60" y="837"/>
                      </a:lnTo>
                      <a:lnTo>
                        <a:pt x="14" y="837"/>
                      </a:lnTo>
                      <a:lnTo>
                        <a:pt x="14" y="808"/>
                      </a:lnTo>
                      <a:lnTo>
                        <a:pt x="35" y="774"/>
                      </a:lnTo>
                      <a:lnTo>
                        <a:pt x="57" y="665"/>
                      </a:lnTo>
                      <a:lnTo>
                        <a:pt x="63" y="550"/>
                      </a:lnTo>
                      <a:lnTo>
                        <a:pt x="60" y="447"/>
                      </a:lnTo>
                      <a:lnTo>
                        <a:pt x="57" y="319"/>
                      </a:lnTo>
                      <a:lnTo>
                        <a:pt x="44" y="207"/>
                      </a:lnTo>
                      <a:lnTo>
                        <a:pt x="17" y="126"/>
                      </a:lnTo>
                      <a:lnTo>
                        <a:pt x="0" y="52"/>
                      </a:lnTo>
                      <a:lnTo>
                        <a:pt x="5" y="24"/>
                      </a:lnTo>
                      <a:lnTo>
                        <a:pt x="2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50" name="Google Shape;150;p3"/>
                <p:cNvSpPr/>
                <p:nvPr/>
              </p:nvSpPr>
              <p:spPr>
                <a:xfrm>
                  <a:off x="4249" y="3328"/>
                  <a:ext cx="123" cy="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" h="877" extrusionOk="0">
                      <a:moveTo>
                        <a:pt x="0" y="70"/>
                      </a:moveTo>
                      <a:lnTo>
                        <a:pt x="0" y="13"/>
                      </a:lnTo>
                      <a:lnTo>
                        <a:pt x="26" y="0"/>
                      </a:lnTo>
                      <a:lnTo>
                        <a:pt x="66" y="0"/>
                      </a:lnTo>
                      <a:lnTo>
                        <a:pt x="94" y="32"/>
                      </a:lnTo>
                      <a:lnTo>
                        <a:pt x="100" y="61"/>
                      </a:lnTo>
                      <a:lnTo>
                        <a:pt x="94" y="125"/>
                      </a:lnTo>
                      <a:lnTo>
                        <a:pt x="75" y="205"/>
                      </a:lnTo>
                      <a:lnTo>
                        <a:pt x="66" y="328"/>
                      </a:lnTo>
                      <a:lnTo>
                        <a:pt x="60" y="408"/>
                      </a:lnTo>
                      <a:lnTo>
                        <a:pt x="60" y="421"/>
                      </a:lnTo>
                      <a:lnTo>
                        <a:pt x="69" y="533"/>
                      </a:lnTo>
                      <a:lnTo>
                        <a:pt x="83" y="597"/>
                      </a:lnTo>
                      <a:lnTo>
                        <a:pt x="94" y="648"/>
                      </a:lnTo>
                      <a:lnTo>
                        <a:pt x="92" y="669"/>
                      </a:lnTo>
                      <a:lnTo>
                        <a:pt x="129" y="727"/>
                      </a:lnTo>
                      <a:lnTo>
                        <a:pt x="169" y="765"/>
                      </a:lnTo>
                      <a:lnTo>
                        <a:pt x="210" y="800"/>
                      </a:lnTo>
                      <a:lnTo>
                        <a:pt x="247" y="815"/>
                      </a:lnTo>
                      <a:lnTo>
                        <a:pt x="247" y="845"/>
                      </a:lnTo>
                      <a:lnTo>
                        <a:pt x="227" y="868"/>
                      </a:lnTo>
                      <a:lnTo>
                        <a:pt x="180" y="877"/>
                      </a:lnTo>
                      <a:lnTo>
                        <a:pt x="146" y="861"/>
                      </a:lnTo>
                      <a:lnTo>
                        <a:pt x="146" y="839"/>
                      </a:lnTo>
                      <a:lnTo>
                        <a:pt x="117" y="765"/>
                      </a:lnTo>
                      <a:lnTo>
                        <a:pt x="69" y="725"/>
                      </a:lnTo>
                      <a:lnTo>
                        <a:pt x="36" y="685"/>
                      </a:lnTo>
                      <a:lnTo>
                        <a:pt x="9" y="663"/>
                      </a:lnTo>
                      <a:lnTo>
                        <a:pt x="19" y="637"/>
                      </a:lnTo>
                      <a:lnTo>
                        <a:pt x="32" y="566"/>
                      </a:lnTo>
                      <a:lnTo>
                        <a:pt x="32" y="429"/>
                      </a:lnTo>
                      <a:lnTo>
                        <a:pt x="26" y="333"/>
                      </a:lnTo>
                      <a:lnTo>
                        <a:pt x="26" y="237"/>
                      </a:lnTo>
                      <a:lnTo>
                        <a:pt x="23" y="133"/>
                      </a:lnTo>
                      <a:lnTo>
                        <a:pt x="0" y="7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151" name="Google Shape;151;p3"/>
              <p:cNvGrpSpPr/>
              <p:nvPr/>
            </p:nvGrpSpPr>
            <p:grpSpPr>
              <a:xfrm>
                <a:off x="3641" y="3089"/>
                <a:ext cx="119" cy="627"/>
                <a:chOff x="3641" y="3089"/>
                <a:chExt cx="119" cy="627"/>
              </a:xfrm>
            </p:grpSpPr>
            <p:sp>
              <p:nvSpPr>
                <p:cNvPr id="152" name="Google Shape;152;p3"/>
                <p:cNvSpPr/>
                <p:nvPr/>
              </p:nvSpPr>
              <p:spPr>
                <a:xfrm>
                  <a:off x="3671" y="3089"/>
                  <a:ext cx="68" cy="1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" h="271" extrusionOk="0">
                      <a:moveTo>
                        <a:pt x="0" y="114"/>
                      </a:moveTo>
                      <a:lnTo>
                        <a:pt x="11" y="59"/>
                      </a:lnTo>
                      <a:lnTo>
                        <a:pt x="23" y="29"/>
                      </a:lnTo>
                      <a:lnTo>
                        <a:pt x="40" y="9"/>
                      </a:lnTo>
                      <a:lnTo>
                        <a:pt x="57" y="0"/>
                      </a:lnTo>
                      <a:lnTo>
                        <a:pt x="78" y="3"/>
                      </a:lnTo>
                      <a:lnTo>
                        <a:pt x="92" y="25"/>
                      </a:lnTo>
                      <a:lnTo>
                        <a:pt x="104" y="65"/>
                      </a:lnTo>
                      <a:lnTo>
                        <a:pt x="111" y="119"/>
                      </a:lnTo>
                      <a:lnTo>
                        <a:pt x="111" y="180"/>
                      </a:lnTo>
                      <a:lnTo>
                        <a:pt x="137" y="221"/>
                      </a:lnTo>
                      <a:lnTo>
                        <a:pt x="137" y="240"/>
                      </a:lnTo>
                      <a:lnTo>
                        <a:pt x="134" y="241"/>
                      </a:lnTo>
                      <a:lnTo>
                        <a:pt x="108" y="205"/>
                      </a:lnTo>
                      <a:lnTo>
                        <a:pt x="100" y="232"/>
                      </a:lnTo>
                      <a:lnTo>
                        <a:pt x="86" y="256"/>
                      </a:lnTo>
                      <a:lnTo>
                        <a:pt x="71" y="267"/>
                      </a:lnTo>
                      <a:lnTo>
                        <a:pt x="49" y="271"/>
                      </a:lnTo>
                      <a:lnTo>
                        <a:pt x="20" y="252"/>
                      </a:lnTo>
                      <a:lnTo>
                        <a:pt x="6" y="212"/>
                      </a:lnTo>
                      <a:lnTo>
                        <a:pt x="0" y="171"/>
                      </a:lnTo>
                      <a:lnTo>
                        <a:pt x="0" y="11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53" name="Google Shape;153;p3"/>
                <p:cNvSpPr/>
                <p:nvPr/>
              </p:nvSpPr>
              <p:spPr>
                <a:xfrm>
                  <a:off x="3663" y="3236"/>
                  <a:ext cx="63" cy="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" h="435" extrusionOk="0">
                      <a:moveTo>
                        <a:pt x="18" y="28"/>
                      </a:moveTo>
                      <a:lnTo>
                        <a:pt x="34" y="10"/>
                      </a:lnTo>
                      <a:lnTo>
                        <a:pt x="52" y="2"/>
                      </a:lnTo>
                      <a:lnTo>
                        <a:pt x="69" y="0"/>
                      </a:lnTo>
                      <a:lnTo>
                        <a:pt x="90" y="5"/>
                      </a:lnTo>
                      <a:lnTo>
                        <a:pt x="115" y="28"/>
                      </a:lnTo>
                      <a:lnTo>
                        <a:pt x="124" y="70"/>
                      </a:lnTo>
                      <a:lnTo>
                        <a:pt x="124" y="133"/>
                      </a:lnTo>
                      <a:lnTo>
                        <a:pt x="124" y="193"/>
                      </a:lnTo>
                      <a:lnTo>
                        <a:pt x="112" y="285"/>
                      </a:lnTo>
                      <a:lnTo>
                        <a:pt x="101" y="361"/>
                      </a:lnTo>
                      <a:lnTo>
                        <a:pt x="90" y="409"/>
                      </a:lnTo>
                      <a:lnTo>
                        <a:pt x="67" y="435"/>
                      </a:lnTo>
                      <a:lnTo>
                        <a:pt x="34" y="429"/>
                      </a:lnTo>
                      <a:lnTo>
                        <a:pt x="17" y="391"/>
                      </a:lnTo>
                      <a:lnTo>
                        <a:pt x="7" y="334"/>
                      </a:lnTo>
                      <a:lnTo>
                        <a:pt x="1" y="270"/>
                      </a:lnTo>
                      <a:lnTo>
                        <a:pt x="0" y="176"/>
                      </a:lnTo>
                      <a:lnTo>
                        <a:pt x="4" y="108"/>
                      </a:lnTo>
                      <a:lnTo>
                        <a:pt x="12" y="48"/>
                      </a:lnTo>
                      <a:lnTo>
                        <a:pt x="18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54" name="Google Shape;154;p3"/>
                <p:cNvSpPr/>
                <p:nvPr/>
              </p:nvSpPr>
              <p:spPr>
                <a:xfrm>
                  <a:off x="3641" y="3236"/>
                  <a:ext cx="41" cy="2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534" extrusionOk="0">
                      <a:moveTo>
                        <a:pt x="57" y="2"/>
                      </a:moveTo>
                      <a:lnTo>
                        <a:pt x="76" y="0"/>
                      </a:lnTo>
                      <a:lnTo>
                        <a:pt x="82" y="22"/>
                      </a:lnTo>
                      <a:lnTo>
                        <a:pt x="72" y="53"/>
                      </a:lnTo>
                      <a:lnTo>
                        <a:pt x="57" y="70"/>
                      </a:lnTo>
                      <a:lnTo>
                        <a:pt x="45" y="110"/>
                      </a:lnTo>
                      <a:lnTo>
                        <a:pt x="31" y="163"/>
                      </a:lnTo>
                      <a:lnTo>
                        <a:pt x="25" y="213"/>
                      </a:lnTo>
                      <a:lnTo>
                        <a:pt x="20" y="298"/>
                      </a:lnTo>
                      <a:lnTo>
                        <a:pt x="25" y="378"/>
                      </a:lnTo>
                      <a:lnTo>
                        <a:pt x="33" y="415"/>
                      </a:lnTo>
                      <a:lnTo>
                        <a:pt x="26" y="455"/>
                      </a:lnTo>
                      <a:lnTo>
                        <a:pt x="20" y="484"/>
                      </a:lnTo>
                      <a:lnTo>
                        <a:pt x="23" y="534"/>
                      </a:lnTo>
                      <a:lnTo>
                        <a:pt x="14" y="530"/>
                      </a:lnTo>
                      <a:lnTo>
                        <a:pt x="5" y="490"/>
                      </a:lnTo>
                      <a:lnTo>
                        <a:pt x="0" y="455"/>
                      </a:lnTo>
                      <a:lnTo>
                        <a:pt x="13" y="408"/>
                      </a:lnTo>
                      <a:lnTo>
                        <a:pt x="8" y="365"/>
                      </a:lnTo>
                      <a:lnTo>
                        <a:pt x="5" y="295"/>
                      </a:lnTo>
                      <a:lnTo>
                        <a:pt x="5" y="210"/>
                      </a:lnTo>
                      <a:lnTo>
                        <a:pt x="13" y="119"/>
                      </a:lnTo>
                      <a:lnTo>
                        <a:pt x="25" y="53"/>
                      </a:lnTo>
                      <a:lnTo>
                        <a:pt x="39" y="18"/>
                      </a:lnTo>
                      <a:lnTo>
                        <a:pt x="57" y="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55" name="Google Shape;155;p3"/>
                <p:cNvSpPr/>
                <p:nvPr/>
              </p:nvSpPr>
              <p:spPr>
                <a:xfrm>
                  <a:off x="3718" y="3240"/>
                  <a:ext cx="42" cy="2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" h="514" extrusionOk="0">
                      <a:moveTo>
                        <a:pt x="3" y="2"/>
                      </a:moveTo>
                      <a:lnTo>
                        <a:pt x="37" y="0"/>
                      </a:lnTo>
                      <a:lnTo>
                        <a:pt x="61" y="40"/>
                      </a:lnTo>
                      <a:lnTo>
                        <a:pt x="84" y="152"/>
                      </a:lnTo>
                      <a:lnTo>
                        <a:pt x="84" y="281"/>
                      </a:lnTo>
                      <a:lnTo>
                        <a:pt x="73" y="390"/>
                      </a:lnTo>
                      <a:lnTo>
                        <a:pt x="84" y="428"/>
                      </a:lnTo>
                      <a:lnTo>
                        <a:pt x="84" y="479"/>
                      </a:lnTo>
                      <a:lnTo>
                        <a:pt x="73" y="514"/>
                      </a:lnTo>
                      <a:lnTo>
                        <a:pt x="56" y="482"/>
                      </a:lnTo>
                      <a:lnTo>
                        <a:pt x="49" y="433"/>
                      </a:lnTo>
                      <a:lnTo>
                        <a:pt x="30" y="396"/>
                      </a:lnTo>
                      <a:lnTo>
                        <a:pt x="50" y="362"/>
                      </a:lnTo>
                      <a:lnTo>
                        <a:pt x="63" y="281"/>
                      </a:lnTo>
                      <a:lnTo>
                        <a:pt x="63" y="205"/>
                      </a:lnTo>
                      <a:lnTo>
                        <a:pt x="50" y="129"/>
                      </a:lnTo>
                      <a:lnTo>
                        <a:pt x="27" y="73"/>
                      </a:lnTo>
                      <a:lnTo>
                        <a:pt x="0" y="46"/>
                      </a:lnTo>
                      <a:lnTo>
                        <a:pt x="3" y="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56" name="Google Shape;156;p3"/>
                <p:cNvSpPr/>
                <p:nvPr/>
              </p:nvSpPr>
              <p:spPr>
                <a:xfrm>
                  <a:off x="3664" y="3408"/>
                  <a:ext cx="52" cy="3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" h="615" extrusionOk="0">
                      <a:moveTo>
                        <a:pt x="11" y="0"/>
                      </a:moveTo>
                      <a:lnTo>
                        <a:pt x="23" y="26"/>
                      </a:lnTo>
                      <a:lnTo>
                        <a:pt x="28" y="52"/>
                      </a:lnTo>
                      <a:lnTo>
                        <a:pt x="33" y="142"/>
                      </a:lnTo>
                      <a:lnTo>
                        <a:pt x="34" y="202"/>
                      </a:lnTo>
                      <a:lnTo>
                        <a:pt x="34" y="303"/>
                      </a:lnTo>
                      <a:lnTo>
                        <a:pt x="34" y="400"/>
                      </a:lnTo>
                      <a:lnTo>
                        <a:pt x="30" y="476"/>
                      </a:lnTo>
                      <a:lnTo>
                        <a:pt x="25" y="500"/>
                      </a:lnTo>
                      <a:lnTo>
                        <a:pt x="51" y="513"/>
                      </a:lnTo>
                      <a:lnTo>
                        <a:pt x="72" y="527"/>
                      </a:lnTo>
                      <a:lnTo>
                        <a:pt x="102" y="559"/>
                      </a:lnTo>
                      <a:lnTo>
                        <a:pt x="105" y="572"/>
                      </a:lnTo>
                      <a:lnTo>
                        <a:pt x="102" y="595"/>
                      </a:lnTo>
                      <a:lnTo>
                        <a:pt x="88" y="615"/>
                      </a:lnTo>
                      <a:lnTo>
                        <a:pt x="82" y="604"/>
                      </a:lnTo>
                      <a:lnTo>
                        <a:pt x="77" y="579"/>
                      </a:lnTo>
                      <a:lnTo>
                        <a:pt x="63" y="558"/>
                      </a:lnTo>
                      <a:lnTo>
                        <a:pt x="40" y="534"/>
                      </a:lnTo>
                      <a:lnTo>
                        <a:pt x="25" y="527"/>
                      </a:lnTo>
                      <a:lnTo>
                        <a:pt x="6" y="527"/>
                      </a:lnTo>
                      <a:lnTo>
                        <a:pt x="6" y="508"/>
                      </a:lnTo>
                      <a:lnTo>
                        <a:pt x="14" y="487"/>
                      </a:lnTo>
                      <a:lnTo>
                        <a:pt x="23" y="419"/>
                      </a:lnTo>
                      <a:lnTo>
                        <a:pt x="25" y="347"/>
                      </a:lnTo>
                      <a:lnTo>
                        <a:pt x="25" y="282"/>
                      </a:lnTo>
                      <a:lnTo>
                        <a:pt x="23" y="202"/>
                      </a:lnTo>
                      <a:lnTo>
                        <a:pt x="19" y="131"/>
                      </a:lnTo>
                      <a:lnTo>
                        <a:pt x="8" y="79"/>
                      </a:lnTo>
                      <a:lnTo>
                        <a:pt x="0" y="33"/>
                      </a:lnTo>
                      <a:lnTo>
                        <a:pt x="3" y="16"/>
                      </a:ln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57" name="Google Shape;157;p3"/>
                <p:cNvSpPr/>
                <p:nvPr/>
              </p:nvSpPr>
              <p:spPr>
                <a:xfrm>
                  <a:off x="3702" y="3409"/>
                  <a:ext cx="46" cy="2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" h="551" extrusionOk="0">
                      <a:moveTo>
                        <a:pt x="0" y="43"/>
                      </a:moveTo>
                      <a:lnTo>
                        <a:pt x="0" y="8"/>
                      </a:lnTo>
                      <a:lnTo>
                        <a:pt x="10" y="0"/>
                      </a:lnTo>
                      <a:lnTo>
                        <a:pt x="24" y="0"/>
                      </a:lnTo>
                      <a:lnTo>
                        <a:pt x="35" y="20"/>
                      </a:lnTo>
                      <a:lnTo>
                        <a:pt x="36" y="37"/>
                      </a:lnTo>
                      <a:lnTo>
                        <a:pt x="35" y="79"/>
                      </a:lnTo>
                      <a:lnTo>
                        <a:pt x="27" y="128"/>
                      </a:lnTo>
                      <a:lnTo>
                        <a:pt x="24" y="206"/>
                      </a:lnTo>
                      <a:lnTo>
                        <a:pt x="23" y="255"/>
                      </a:lnTo>
                      <a:lnTo>
                        <a:pt x="23" y="264"/>
                      </a:lnTo>
                      <a:lnTo>
                        <a:pt x="26" y="334"/>
                      </a:lnTo>
                      <a:lnTo>
                        <a:pt x="30" y="374"/>
                      </a:lnTo>
                      <a:lnTo>
                        <a:pt x="35" y="406"/>
                      </a:lnTo>
                      <a:lnTo>
                        <a:pt x="33" y="420"/>
                      </a:lnTo>
                      <a:lnTo>
                        <a:pt x="47" y="457"/>
                      </a:lnTo>
                      <a:lnTo>
                        <a:pt x="62" y="480"/>
                      </a:lnTo>
                      <a:lnTo>
                        <a:pt x="78" y="502"/>
                      </a:lnTo>
                      <a:lnTo>
                        <a:pt x="92" y="512"/>
                      </a:lnTo>
                      <a:lnTo>
                        <a:pt x="92" y="531"/>
                      </a:lnTo>
                      <a:lnTo>
                        <a:pt x="85" y="545"/>
                      </a:lnTo>
                      <a:lnTo>
                        <a:pt x="67" y="551"/>
                      </a:lnTo>
                      <a:lnTo>
                        <a:pt x="55" y="540"/>
                      </a:lnTo>
                      <a:lnTo>
                        <a:pt x="55" y="527"/>
                      </a:lnTo>
                      <a:lnTo>
                        <a:pt x="44" y="480"/>
                      </a:lnTo>
                      <a:lnTo>
                        <a:pt x="26" y="456"/>
                      </a:lnTo>
                      <a:lnTo>
                        <a:pt x="13" y="430"/>
                      </a:lnTo>
                      <a:lnTo>
                        <a:pt x="3" y="417"/>
                      </a:lnTo>
                      <a:lnTo>
                        <a:pt x="6" y="400"/>
                      </a:lnTo>
                      <a:lnTo>
                        <a:pt x="12" y="354"/>
                      </a:lnTo>
                      <a:lnTo>
                        <a:pt x="12" y="269"/>
                      </a:lnTo>
                      <a:lnTo>
                        <a:pt x="10" y="209"/>
                      </a:lnTo>
                      <a:lnTo>
                        <a:pt x="10" y="148"/>
                      </a:lnTo>
                      <a:lnTo>
                        <a:pt x="9" y="83"/>
                      </a:lnTo>
                      <a:lnTo>
                        <a:pt x="0" y="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158" name="Google Shape;158;p3"/>
              <p:cNvGrpSpPr/>
              <p:nvPr/>
            </p:nvGrpSpPr>
            <p:grpSpPr>
              <a:xfrm>
                <a:off x="3503" y="3192"/>
                <a:ext cx="96" cy="436"/>
                <a:chOff x="3503" y="3192"/>
                <a:chExt cx="96" cy="436"/>
              </a:xfrm>
            </p:grpSpPr>
            <p:sp>
              <p:nvSpPr>
                <p:cNvPr id="159" name="Google Shape;159;p3"/>
                <p:cNvSpPr/>
                <p:nvPr/>
              </p:nvSpPr>
              <p:spPr>
                <a:xfrm>
                  <a:off x="3524" y="3192"/>
                  <a:ext cx="47" cy="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" h="187" extrusionOk="0">
                      <a:moveTo>
                        <a:pt x="0" y="79"/>
                      </a:moveTo>
                      <a:lnTo>
                        <a:pt x="7" y="41"/>
                      </a:lnTo>
                      <a:lnTo>
                        <a:pt x="17" y="21"/>
                      </a:lnTo>
                      <a:lnTo>
                        <a:pt x="27" y="7"/>
                      </a:lnTo>
                      <a:lnTo>
                        <a:pt x="38" y="0"/>
                      </a:lnTo>
                      <a:lnTo>
                        <a:pt x="53" y="2"/>
                      </a:lnTo>
                      <a:lnTo>
                        <a:pt x="63" y="18"/>
                      </a:lnTo>
                      <a:lnTo>
                        <a:pt x="72" y="46"/>
                      </a:lnTo>
                      <a:lnTo>
                        <a:pt x="75" y="82"/>
                      </a:lnTo>
                      <a:lnTo>
                        <a:pt x="75" y="125"/>
                      </a:lnTo>
                      <a:lnTo>
                        <a:pt x="93" y="153"/>
                      </a:lnTo>
                      <a:lnTo>
                        <a:pt x="93" y="166"/>
                      </a:lnTo>
                      <a:lnTo>
                        <a:pt x="92" y="167"/>
                      </a:lnTo>
                      <a:lnTo>
                        <a:pt x="73" y="141"/>
                      </a:lnTo>
                      <a:lnTo>
                        <a:pt x="69" y="160"/>
                      </a:lnTo>
                      <a:lnTo>
                        <a:pt x="58" y="177"/>
                      </a:lnTo>
                      <a:lnTo>
                        <a:pt x="49" y="185"/>
                      </a:lnTo>
                      <a:lnTo>
                        <a:pt x="33" y="187"/>
                      </a:lnTo>
                      <a:lnTo>
                        <a:pt x="13" y="174"/>
                      </a:lnTo>
                      <a:lnTo>
                        <a:pt x="4" y="146"/>
                      </a:lnTo>
                      <a:lnTo>
                        <a:pt x="0" y="119"/>
                      </a:lnTo>
                      <a:lnTo>
                        <a:pt x="0" y="7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60" name="Google Shape;160;p3"/>
                <p:cNvSpPr/>
                <p:nvPr/>
              </p:nvSpPr>
              <p:spPr>
                <a:xfrm>
                  <a:off x="3519" y="3294"/>
                  <a:ext cx="45" cy="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" h="304" extrusionOk="0">
                      <a:moveTo>
                        <a:pt x="13" y="20"/>
                      </a:moveTo>
                      <a:lnTo>
                        <a:pt x="25" y="7"/>
                      </a:lnTo>
                      <a:lnTo>
                        <a:pt x="37" y="2"/>
                      </a:lnTo>
                      <a:lnTo>
                        <a:pt x="50" y="0"/>
                      </a:lnTo>
                      <a:lnTo>
                        <a:pt x="65" y="3"/>
                      </a:lnTo>
                      <a:lnTo>
                        <a:pt x="82" y="20"/>
                      </a:lnTo>
                      <a:lnTo>
                        <a:pt x="89" y="49"/>
                      </a:lnTo>
                      <a:lnTo>
                        <a:pt x="89" y="93"/>
                      </a:lnTo>
                      <a:lnTo>
                        <a:pt x="88" y="135"/>
                      </a:lnTo>
                      <a:lnTo>
                        <a:pt x="80" y="200"/>
                      </a:lnTo>
                      <a:lnTo>
                        <a:pt x="73" y="252"/>
                      </a:lnTo>
                      <a:lnTo>
                        <a:pt x="65" y="286"/>
                      </a:lnTo>
                      <a:lnTo>
                        <a:pt x="48" y="304"/>
                      </a:lnTo>
                      <a:lnTo>
                        <a:pt x="25" y="300"/>
                      </a:lnTo>
                      <a:lnTo>
                        <a:pt x="13" y="273"/>
                      </a:lnTo>
                      <a:lnTo>
                        <a:pt x="5" y="233"/>
                      </a:lnTo>
                      <a:lnTo>
                        <a:pt x="2" y="189"/>
                      </a:lnTo>
                      <a:lnTo>
                        <a:pt x="0" y="122"/>
                      </a:lnTo>
                      <a:lnTo>
                        <a:pt x="3" y="75"/>
                      </a:lnTo>
                      <a:lnTo>
                        <a:pt x="8" y="34"/>
                      </a:lnTo>
                      <a:lnTo>
                        <a:pt x="13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61" name="Google Shape;161;p3"/>
                <p:cNvSpPr/>
                <p:nvPr/>
              </p:nvSpPr>
              <p:spPr>
                <a:xfrm>
                  <a:off x="3503" y="3294"/>
                  <a:ext cx="41" cy="1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371" extrusionOk="0">
                      <a:moveTo>
                        <a:pt x="57" y="1"/>
                      </a:moveTo>
                      <a:lnTo>
                        <a:pt x="75" y="0"/>
                      </a:lnTo>
                      <a:lnTo>
                        <a:pt x="82" y="15"/>
                      </a:lnTo>
                      <a:lnTo>
                        <a:pt x="72" y="36"/>
                      </a:lnTo>
                      <a:lnTo>
                        <a:pt x="57" y="48"/>
                      </a:lnTo>
                      <a:lnTo>
                        <a:pt x="45" y="75"/>
                      </a:lnTo>
                      <a:lnTo>
                        <a:pt x="31" y="113"/>
                      </a:lnTo>
                      <a:lnTo>
                        <a:pt x="25" y="148"/>
                      </a:lnTo>
                      <a:lnTo>
                        <a:pt x="20" y="207"/>
                      </a:lnTo>
                      <a:lnTo>
                        <a:pt x="25" y="262"/>
                      </a:lnTo>
                      <a:lnTo>
                        <a:pt x="32" y="288"/>
                      </a:lnTo>
                      <a:lnTo>
                        <a:pt x="26" y="315"/>
                      </a:lnTo>
                      <a:lnTo>
                        <a:pt x="20" y="337"/>
                      </a:lnTo>
                      <a:lnTo>
                        <a:pt x="23" y="371"/>
                      </a:lnTo>
                      <a:lnTo>
                        <a:pt x="14" y="369"/>
                      </a:lnTo>
                      <a:lnTo>
                        <a:pt x="5" y="340"/>
                      </a:lnTo>
                      <a:lnTo>
                        <a:pt x="0" y="315"/>
                      </a:lnTo>
                      <a:lnTo>
                        <a:pt x="12" y="284"/>
                      </a:lnTo>
                      <a:lnTo>
                        <a:pt x="8" y="253"/>
                      </a:lnTo>
                      <a:lnTo>
                        <a:pt x="5" y="205"/>
                      </a:lnTo>
                      <a:lnTo>
                        <a:pt x="5" y="146"/>
                      </a:lnTo>
                      <a:lnTo>
                        <a:pt x="12" y="82"/>
                      </a:lnTo>
                      <a:lnTo>
                        <a:pt x="25" y="36"/>
                      </a:lnTo>
                      <a:lnTo>
                        <a:pt x="39" y="12"/>
                      </a:lnTo>
                      <a:lnTo>
                        <a:pt x="57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62" name="Google Shape;162;p3"/>
                <p:cNvSpPr/>
                <p:nvPr/>
              </p:nvSpPr>
              <p:spPr>
                <a:xfrm>
                  <a:off x="3558" y="3298"/>
                  <a:ext cx="41" cy="1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" h="355" extrusionOk="0">
                      <a:moveTo>
                        <a:pt x="1" y="0"/>
                      </a:moveTo>
                      <a:lnTo>
                        <a:pt x="33" y="0"/>
                      </a:lnTo>
                      <a:lnTo>
                        <a:pt x="56" y="27"/>
                      </a:lnTo>
                      <a:lnTo>
                        <a:pt x="81" y="105"/>
                      </a:lnTo>
                      <a:lnTo>
                        <a:pt x="81" y="193"/>
                      </a:lnTo>
                      <a:lnTo>
                        <a:pt x="69" y="269"/>
                      </a:lnTo>
                      <a:lnTo>
                        <a:pt x="81" y="295"/>
                      </a:lnTo>
                      <a:lnTo>
                        <a:pt x="81" y="330"/>
                      </a:lnTo>
                      <a:lnTo>
                        <a:pt x="69" y="355"/>
                      </a:lnTo>
                      <a:lnTo>
                        <a:pt x="53" y="332"/>
                      </a:lnTo>
                      <a:lnTo>
                        <a:pt x="46" y="298"/>
                      </a:lnTo>
                      <a:lnTo>
                        <a:pt x="27" y="272"/>
                      </a:lnTo>
                      <a:lnTo>
                        <a:pt x="47" y="249"/>
                      </a:lnTo>
                      <a:lnTo>
                        <a:pt x="59" y="193"/>
                      </a:lnTo>
                      <a:lnTo>
                        <a:pt x="59" y="140"/>
                      </a:lnTo>
                      <a:lnTo>
                        <a:pt x="47" y="88"/>
                      </a:lnTo>
                      <a:lnTo>
                        <a:pt x="24" y="49"/>
                      </a:lnTo>
                      <a:lnTo>
                        <a:pt x="0" y="31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63" name="Google Shape;163;p3"/>
                <p:cNvSpPr/>
                <p:nvPr/>
              </p:nvSpPr>
              <p:spPr>
                <a:xfrm>
                  <a:off x="3519" y="3415"/>
                  <a:ext cx="42" cy="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" h="426" extrusionOk="0">
                      <a:moveTo>
                        <a:pt x="8" y="0"/>
                      </a:moveTo>
                      <a:lnTo>
                        <a:pt x="19" y="18"/>
                      </a:lnTo>
                      <a:lnTo>
                        <a:pt x="22" y="36"/>
                      </a:lnTo>
                      <a:lnTo>
                        <a:pt x="27" y="97"/>
                      </a:lnTo>
                      <a:lnTo>
                        <a:pt x="28" y="138"/>
                      </a:lnTo>
                      <a:lnTo>
                        <a:pt x="28" y="209"/>
                      </a:lnTo>
                      <a:lnTo>
                        <a:pt x="27" y="276"/>
                      </a:lnTo>
                      <a:lnTo>
                        <a:pt x="23" y="329"/>
                      </a:lnTo>
                      <a:lnTo>
                        <a:pt x="20" y="346"/>
                      </a:lnTo>
                      <a:lnTo>
                        <a:pt x="40" y="354"/>
                      </a:lnTo>
                      <a:lnTo>
                        <a:pt x="57" y="364"/>
                      </a:lnTo>
                      <a:lnTo>
                        <a:pt x="80" y="387"/>
                      </a:lnTo>
                      <a:lnTo>
                        <a:pt x="83" y="395"/>
                      </a:lnTo>
                      <a:lnTo>
                        <a:pt x="82" y="412"/>
                      </a:lnTo>
                      <a:lnTo>
                        <a:pt x="69" y="426"/>
                      </a:lnTo>
                      <a:lnTo>
                        <a:pt x="65" y="418"/>
                      </a:lnTo>
                      <a:lnTo>
                        <a:pt x="62" y="400"/>
                      </a:lnTo>
                      <a:lnTo>
                        <a:pt x="51" y="386"/>
                      </a:lnTo>
                      <a:lnTo>
                        <a:pt x="31" y="369"/>
                      </a:lnTo>
                      <a:lnTo>
                        <a:pt x="19" y="364"/>
                      </a:lnTo>
                      <a:lnTo>
                        <a:pt x="5" y="364"/>
                      </a:lnTo>
                      <a:lnTo>
                        <a:pt x="5" y="352"/>
                      </a:lnTo>
                      <a:lnTo>
                        <a:pt x="11" y="336"/>
                      </a:lnTo>
                      <a:lnTo>
                        <a:pt x="19" y="289"/>
                      </a:lnTo>
                      <a:lnTo>
                        <a:pt x="20" y="240"/>
                      </a:lnTo>
                      <a:lnTo>
                        <a:pt x="19" y="195"/>
                      </a:lnTo>
                      <a:lnTo>
                        <a:pt x="19" y="138"/>
                      </a:lnTo>
                      <a:lnTo>
                        <a:pt x="14" y="90"/>
                      </a:lnTo>
                      <a:lnTo>
                        <a:pt x="7" y="55"/>
                      </a:lnTo>
                      <a:lnTo>
                        <a:pt x="0" y="22"/>
                      </a:lnTo>
                      <a:lnTo>
                        <a:pt x="2" y="10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64" name="Google Shape;164;p3"/>
                <p:cNvSpPr/>
                <p:nvPr/>
              </p:nvSpPr>
              <p:spPr>
                <a:xfrm>
                  <a:off x="3545" y="3415"/>
                  <a:ext cx="42" cy="1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" h="383" extrusionOk="0">
                      <a:moveTo>
                        <a:pt x="0" y="31"/>
                      </a:moveTo>
                      <a:lnTo>
                        <a:pt x="0" y="6"/>
                      </a:lnTo>
                      <a:lnTo>
                        <a:pt x="9" y="0"/>
                      </a:lnTo>
                      <a:lnTo>
                        <a:pt x="23" y="0"/>
                      </a:lnTo>
                      <a:lnTo>
                        <a:pt x="34" y="15"/>
                      </a:lnTo>
                      <a:lnTo>
                        <a:pt x="35" y="28"/>
                      </a:lnTo>
                      <a:lnTo>
                        <a:pt x="34" y="55"/>
                      </a:lnTo>
                      <a:lnTo>
                        <a:pt x="26" y="90"/>
                      </a:lnTo>
                      <a:lnTo>
                        <a:pt x="23" y="143"/>
                      </a:lnTo>
                      <a:lnTo>
                        <a:pt x="22" y="178"/>
                      </a:lnTo>
                      <a:lnTo>
                        <a:pt x="22" y="184"/>
                      </a:lnTo>
                      <a:lnTo>
                        <a:pt x="25" y="234"/>
                      </a:lnTo>
                      <a:lnTo>
                        <a:pt x="29" y="261"/>
                      </a:lnTo>
                      <a:lnTo>
                        <a:pt x="34" y="283"/>
                      </a:lnTo>
                      <a:lnTo>
                        <a:pt x="32" y="293"/>
                      </a:lnTo>
                      <a:lnTo>
                        <a:pt x="45" y="319"/>
                      </a:lnTo>
                      <a:lnTo>
                        <a:pt x="58" y="335"/>
                      </a:lnTo>
                      <a:lnTo>
                        <a:pt x="74" y="349"/>
                      </a:lnTo>
                      <a:lnTo>
                        <a:pt x="86" y="356"/>
                      </a:lnTo>
                      <a:lnTo>
                        <a:pt x="86" y="369"/>
                      </a:lnTo>
                      <a:lnTo>
                        <a:pt x="80" y="380"/>
                      </a:lnTo>
                      <a:lnTo>
                        <a:pt x="63" y="383"/>
                      </a:lnTo>
                      <a:lnTo>
                        <a:pt x="51" y="376"/>
                      </a:lnTo>
                      <a:lnTo>
                        <a:pt x="51" y="367"/>
                      </a:lnTo>
                      <a:lnTo>
                        <a:pt x="41" y="335"/>
                      </a:lnTo>
                      <a:lnTo>
                        <a:pt x="25" y="317"/>
                      </a:lnTo>
                      <a:lnTo>
                        <a:pt x="12" y="300"/>
                      </a:lnTo>
                      <a:lnTo>
                        <a:pt x="3" y="290"/>
                      </a:lnTo>
                      <a:lnTo>
                        <a:pt x="6" y="278"/>
                      </a:lnTo>
                      <a:lnTo>
                        <a:pt x="11" y="247"/>
                      </a:lnTo>
                      <a:lnTo>
                        <a:pt x="11" y="188"/>
                      </a:lnTo>
                      <a:lnTo>
                        <a:pt x="9" y="145"/>
                      </a:lnTo>
                      <a:lnTo>
                        <a:pt x="9" y="104"/>
                      </a:lnTo>
                      <a:lnTo>
                        <a:pt x="8" y="58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165" name="Google Shape;165;p3"/>
              <p:cNvGrpSpPr/>
              <p:nvPr/>
            </p:nvGrpSpPr>
            <p:grpSpPr>
              <a:xfrm>
                <a:off x="3408" y="3250"/>
                <a:ext cx="67" cy="321"/>
                <a:chOff x="3408" y="3250"/>
                <a:chExt cx="67" cy="321"/>
              </a:xfrm>
            </p:grpSpPr>
            <p:sp>
              <p:nvSpPr>
                <p:cNvPr id="166" name="Google Shape;166;p3"/>
                <p:cNvSpPr/>
                <p:nvPr/>
              </p:nvSpPr>
              <p:spPr>
                <a:xfrm>
                  <a:off x="3419" y="3250"/>
                  <a:ext cx="41" cy="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" h="137" extrusionOk="0">
                      <a:moveTo>
                        <a:pt x="0" y="58"/>
                      </a:moveTo>
                      <a:lnTo>
                        <a:pt x="7" y="31"/>
                      </a:lnTo>
                      <a:lnTo>
                        <a:pt x="14" y="16"/>
                      </a:lnTo>
                      <a:lnTo>
                        <a:pt x="23" y="6"/>
                      </a:lnTo>
                      <a:lnTo>
                        <a:pt x="34" y="0"/>
                      </a:lnTo>
                      <a:lnTo>
                        <a:pt x="46" y="3"/>
                      </a:lnTo>
                      <a:lnTo>
                        <a:pt x="56" y="13"/>
                      </a:lnTo>
                      <a:lnTo>
                        <a:pt x="63" y="33"/>
                      </a:lnTo>
                      <a:lnTo>
                        <a:pt x="66" y="62"/>
                      </a:lnTo>
                      <a:lnTo>
                        <a:pt x="66" y="91"/>
                      </a:lnTo>
                      <a:lnTo>
                        <a:pt x="83" y="112"/>
                      </a:lnTo>
                      <a:lnTo>
                        <a:pt x="83" y="122"/>
                      </a:lnTo>
                      <a:lnTo>
                        <a:pt x="80" y="123"/>
                      </a:lnTo>
                      <a:lnTo>
                        <a:pt x="65" y="104"/>
                      </a:lnTo>
                      <a:lnTo>
                        <a:pt x="60" y="118"/>
                      </a:lnTo>
                      <a:lnTo>
                        <a:pt x="51" y="130"/>
                      </a:lnTo>
                      <a:lnTo>
                        <a:pt x="43" y="136"/>
                      </a:lnTo>
                      <a:lnTo>
                        <a:pt x="30" y="137"/>
                      </a:lnTo>
                      <a:lnTo>
                        <a:pt x="11" y="128"/>
                      </a:lnTo>
                      <a:lnTo>
                        <a:pt x="4" y="108"/>
                      </a:lnTo>
                      <a:lnTo>
                        <a:pt x="0" y="88"/>
                      </a:lnTo>
                      <a:lnTo>
                        <a:pt x="0" y="5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67" name="Google Shape;167;p3"/>
                <p:cNvSpPr/>
                <p:nvPr/>
              </p:nvSpPr>
              <p:spPr>
                <a:xfrm>
                  <a:off x="3416" y="3323"/>
                  <a:ext cx="41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" h="223" extrusionOk="0">
                      <a:moveTo>
                        <a:pt x="13" y="14"/>
                      </a:moveTo>
                      <a:lnTo>
                        <a:pt x="22" y="4"/>
                      </a:lnTo>
                      <a:lnTo>
                        <a:pt x="34" y="1"/>
                      </a:lnTo>
                      <a:lnTo>
                        <a:pt x="45" y="0"/>
                      </a:lnTo>
                      <a:lnTo>
                        <a:pt x="60" y="2"/>
                      </a:lnTo>
                      <a:lnTo>
                        <a:pt x="77" y="14"/>
                      </a:lnTo>
                      <a:lnTo>
                        <a:pt x="83" y="36"/>
                      </a:lnTo>
                      <a:lnTo>
                        <a:pt x="83" y="68"/>
                      </a:lnTo>
                      <a:lnTo>
                        <a:pt x="83" y="100"/>
                      </a:lnTo>
                      <a:lnTo>
                        <a:pt x="74" y="147"/>
                      </a:lnTo>
                      <a:lnTo>
                        <a:pt x="68" y="186"/>
                      </a:lnTo>
                      <a:lnTo>
                        <a:pt x="60" y="211"/>
                      </a:lnTo>
                      <a:lnTo>
                        <a:pt x="45" y="223"/>
                      </a:lnTo>
                      <a:lnTo>
                        <a:pt x="22" y="221"/>
                      </a:lnTo>
                      <a:lnTo>
                        <a:pt x="11" y="201"/>
                      </a:lnTo>
                      <a:lnTo>
                        <a:pt x="5" y="172"/>
                      </a:lnTo>
                      <a:lnTo>
                        <a:pt x="0" y="139"/>
                      </a:lnTo>
                      <a:lnTo>
                        <a:pt x="0" y="90"/>
                      </a:lnTo>
                      <a:lnTo>
                        <a:pt x="3" y="56"/>
                      </a:lnTo>
                      <a:lnTo>
                        <a:pt x="8" y="24"/>
                      </a:lnTo>
                      <a:lnTo>
                        <a:pt x="13" y="1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68" name="Google Shape;168;p3"/>
                <p:cNvSpPr/>
                <p:nvPr/>
              </p:nvSpPr>
              <p:spPr>
                <a:xfrm>
                  <a:off x="3408" y="3323"/>
                  <a:ext cx="41" cy="1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" h="275" extrusionOk="0">
                      <a:moveTo>
                        <a:pt x="57" y="1"/>
                      </a:moveTo>
                      <a:lnTo>
                        <a:pt x="77" y="0"/>
                      </a:lnTo>
                      <a:lnTo>
                        <a:pt x="83" y="11"/>
                      </a:lnTo>
                      <a:lnTo>
                        <a:pt x="72" y="27"/>
                      </a:lnTo>
                      <a:lnTo>
                        <a:pt x="58" y="36"/>
                      </a:lnTo>
                      <a:lnTo>
                        <a:pt x="44" y="56"/>
                      </a:lnTo>
                      <a:lnTo>
                        <a:pt x="31" y="84"/>
                      </a:lnTo>
                      <a:lnTo>
                        <a:pt x="25" y="110"/>
                      </a:lnTo>
                      <a:lnTo>
                        <a:pt x="20" y="154"/>
                      </a:lnTo>
                      <a:lnTo>
                        <a:pt x="25" y="195"/>
                      </a:lnTo>
                      <a:lnTo>
                        <a:pt x="31" y="214"/>
                      </a:lnTo>
                      <a:lnTo>
                        <a:pt x="26" y="235"/>
                      </a:lnTo>
                      <a:lnTo>
                        <a:pt x="20" y="251"/>
                      </a:lnTo>
                      <a:lnTo>
                        <a:pt x="23" y="275"/>
                      </a:lnTo>
                      <a:lnTo>
                        <a:pt x="12" y="274"/>
                      </a:lnTo>
                      <a:lnTo>
                        <a:pt x="3" y="253"/>
                      </a:lnTo>
                      <a:lnTo>
                        <a:pt x="0" y="235"/>
                      </a:lnTo>
                      <a:lnTo>
                        <a:pt x="11" y="211"/>
                      </a:lnTo>
                      <a:lnTo>
                        <a:pt x="8" y="188"/>
                      </a:lnTo>
                      <a:lnTo>
                        <a:pt x="3" y="152"/>
                      </a:lnTo>
                      <a:lnTo>
                        <a:pt x="3" y="108"/>
                      </a:lnTo>
                      <a:lnTo>
                        <a:pt x="11" y="62"/>
                      </a:lnTo>
                      <a:lnTo>
                        <a:pt x="25" y="27"/>
                      </a:lnTo>
                      <a:lnTo>
                        <a:pt x="38" y="9"/>
                      </a:lnTo>
                      <a:lnTo>
                        <a:pt x="57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69" name="Google Shape;169;p3"/>
                <p:cNvSpPr/>
                <p:nvPr/>
              </p:nvSpPr>
              <p:spPr>
                <a:xfrm>
                  <a:off x="3435" y="3327"/>
                  <a:ext cx="40" cy="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" h="259" extrusionOk="0">
                      <a:moveTo>
                        <a:pt x="1" y="1"/>
                      </a:moveTo>
                      <a:lnTo>
                        <a:pt x="33" y="0"/>
                      </a:lnTo>
                      <a:lnTo>
                        <a:pt x="56" y="20"/>
                      </a:lnTo>
                      <a:lnTo>
                        <a:pt x="81" y="76"/>
                      </a:lnTo>
                      <a:lnTo>
                        <a:pt x="81" y="141"/>
                      </a:lnTo>
                      <a:lnTo>
                        <a:pt x="69" y="197"/>
                      </a:lnTo>
                      <a:lnTo>
                        <a:pt x="81" y="215"/>
                      </a:lnTo>
                      <a:lnTo>
                        <a:pt x="81" y="241"/>
                      </a:lnTo>
                      <a:lnTo>
                        <a:pt x="69" y="259"/>
                      </a:lnTo>
                      <a:lnTo>
                        <a:pt x="53" y="243"/>
                      </a:lnTo>
                      <a:lnTo>
                        <a:pt x="46" y="218"/>
                      </a:lnTo>
                      <a:lnTo>
                        <a:pt x="27" y="199"/>
                      </a:lnTo>
                      <a:lnTo>
                        <a:pt x="47" y="183"/>
                      </a:lnTo>
                      <a:lnTo>
                        <a:pt x="60" y="141"/>
                      </a:lnTo>
                      <a:lnTo>
                        <a:pt x="60" y="104"/>
                      </a:lnTo>
                      <a:lnTo>
                        <a:pt x="47" y="65"/>
                      </a:lnTo>
                      <a:lnTo>
                        <a:pt x="24" y="36"/>
                      </a:lnTo>
                      <a:lnTo>
                        <a:pt x="0" y="2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70" name="Google Shape;170;p3"/>
                <p:cNvSpPr/>
                <p:nvPr/>
              </p:nvSpPr>
              <p:spPr>
                <a:xfrm>
                  <a:off x="3416" y="3413"/>
                  <a:ext cx="41" cy="1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" h="315" extrusionOk="0">
                      <a:moveTo>
                        <a:pt x="8" y="0"/>
                      </a:moveTo>
                      <a:lnTo>
                        <a:pt x="19" y="13"/>
                      </a:lnTo>
                      <a:lnTo>
                        <a:pt x="22" y="26"/>
                      </a:lnTo>
                      <a:lnTo>
                        <a:pt x="26" y="72"/>
                      </a:lnTo>
                      <a:lnTo>
                        <a:pt x="28" y="102"/>
                      </a:lnTo>
                      <a:lnTo>
                        <a:pt x="28" y="155"/>
                      </a:lnTo>
                      <a:lnTo>
                        <a:pt x="26" y="205"/>
                      </a:lnTo>
                      <a:lnTo>
                        <a:pt x="23" y="245"/>
                      </a:lnTo>
                      <a:lnTo>
                        <a:pt x="20" y="257"/>
                      </a:lnTo>
                      <a:lnTo>
                        <a:pt x="40" y="262"/>
                      </a:lnTo>
                      <a:lnTo>
                        <a:pt x="57" y="271"/>
                      </a:lnTo>
                      <a:lnTo>
                        <a:pt x="80" y="287"/>
                      </a:lnTo>
                      <a:lnTo>
                        <a:pt x="83" y="293"/>
                      </a:lnTo>
                      <a:lnTo>
                        <a:pt x="82" y="306"/>
                      </a:lnTo>
                      <a:lnTo>
                        <a:pt x="69" y="315"/>
                      </a:lnTo>
                      <a:lnTo>
                        <a:pt x="65" y="310"/>
                      </a:lnTo>
                      <a:lnTo>
                        <a:pt x="62" y="297"/>
                      </a:lnTo>
                      <a:lnTo>
                        <a:pt x="51" y="286"/>
                      </a:lnTo>
                      <a:lnTo>
                        <a:pt x="31" y="274"/>
                      </a:lnTo>
                      <a:lnTo>
                        <a:pt x="19" y="271"/>
                      </a:lnTo>
                      <a:lnTo>
                        <a:pt x="5" y="271"/>
                      </a:lnTo>
                      <a:lnTo>
                        <a:pt x="5" y="260"/>
                      </a:lnTo>
                      <a:lnTo>
                        <a:pt x="11" y="249"/>
                      </a:lnTo>
                      <a:lnTo>
                        <a:pt x="19" y="214"/>
                      </a:lnTo>
                      <a:lnTo>
                        <a:pt x="20" y="178"/>
                      </a:lnTo>
                      <a:lnTo>
                        <a:pt x="19" y="145"/>
                      </a:lnTo>
                      <a:lnTo>
                        <a:pt x="19" y="102"/>
                      </a:lnTo>
                      <a:lnTo>
                        <a:pt x="14" y="67"/>
                      </a:lnTo>
                      <a:lnTo>
                        <a:pt x="6" y="40"/>
                      </a:lnTo>
                      <a:lnTo>
                        <a:pt x="0" y="16"/>
                      </a:lnTo>
                      <a:lnTo>
                        <a:pt x="2" y="8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71" name="Google Shape;171;p3"/>
                <p:cNvSpPr/>
                <p:nvPr/>
              </p:nvSpPr>
              <p:spPr>
                <a:xfrm>
                  <a:off x="3429" y="3413"/>
                  <a:ext cx="41" cy="1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" h="284" extrusionOk="0">
                      <a:moveTo>
                        <a:pt x="0" y="22"/>
                      </a:moveTo>
                      <a:lnTo>
                        <a:pt x="0" y="4"/>
                      </a:lnTo>
                      <a:lnTo>
                        <a:pt x="8" y="0"/>
                      </a:lnTo>
                      <a:lnTo>
                        <a:pt x="21" y="0"/>
                      </a:lnTo>
                      <a:lnTo>
                        <a:pt x="31" y="10"/>
                      </a:lnTo>
                      <a:lnTo>
                        <a:pt x="32" y="20"/>
                      </a:lnTo>
                      <a:lnTo>
                        <a:pt x="31" y="40"/>
                      </a:lnTo>
                      <a:lnTo>
                        <a:pt x="24" y="66"/>
                      </a:lnTo>
                      <a:lnTo>
                        <a:pt x="21" y="106"/>
                      </a:lnTo>
                      <a:lnTo>
                        <a:pt x="20" y="132"/>
                      </a:lnTo>
                      <a:lnTo>
                        <a:pt x="20" y="136"/>
                      </a:lnTo>
                      <a:lnTo>
                        <a:pt x="21" y="172"/>
                      </a:lnTo>
                      <a:lnTo>
                        <a:pt x="26" y="193"/>
                      </a:lnTo>
                      <a:lnTo>
                        <a:pt x="31" y="209"/>
                      </a:lnTo>
                      <a:lnTo>
                        <a:pt x="29" y="217"/>
                      </a:lnTo>
                      <a:lnTo>
                        <a:pt x="41" y="235"/>
                      </a:lnTo>
                      <a:lnTo>
                        <a:pt x="55" y="247"/>
                      </a:lnTo>
                      <a:lnTo>
                        <a:pt x="69" y="259"/>
                      </a:lnTo>
                      <a:lnTo>
                        <a:pt x="81" y="264"/>
                      </a:lnTo>
                      <a:lnTo>
                        <a:pt x="81" y="273"/>
                      </a:lnTo>
                      <a:lnTo>
                        <a:pt x="75" y="281"/>
                      </a:lnTo>
                      <a:lnTo>
                        <a:pt x="58" y="284"/>
                      </a:lnTo>
                      <a:lnTo>
                        <a:pt x="48" y="278"/>
                      </a:lnTo>
                      <a:lnTo>
                        <a:pt x="48" y="272"/>
                      </a:lnTo>
                      <a:lnTo>
                        <a:pt x="38" y="247"/>
                      </a:lnTo>
                      <a:lnTo>
                        <a:pt x="21" y="234"/>
                      </a:lnTo>
                      <a:lnTo>
                        <a:pt x="11" y="221"/>
                      </a:lnTo>
                      <a:lnTo>
                        <a:pt x="3" y="214"/>
                      </a:lnTo>
                      <a:lnTo>
                        <a:pt x="5" y="206"/>
                      </a:lnTo>
                      <a:lnTo>
                        <a:pt x="11" y="182"/>
                      </a:lnTo>
                      <a:lnTo>
                        <a:pt x="11" y="139"/>
                      </a:lnTo>
                      <a:lnTo>
                        <a:pt x="8" y="107"/>
                      </a:lnTo>
                      <a:lnTo>
                        <a:pt x="8" y="76"/>
                      </a:lnTo>
                      <a:lnTo>
                        <a:pt x="8" y="42"/>
                      </a:lnTo>
                      <a:lnTo>
                        <a:pt x="0" y="2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  <p:sp>
          <p:nvSpPr>
            <p:cNvPr id="172" name="Google Shape;172;p3"/>
            <p:cNvSpPr/>
            <p:nvPr/>
          </p:nvSpPr>
          <p:spPr>
            <a:xfrm>
              <a:off x="1587" y="3332"/>
              <a:ext cx="463" cy="166"/>
            </a:xfrm>
            <a:custGeom>
              <a:avLst/>
              <a:gdLst/>
              <a:ahLst/>
              <a:cxnLst/>
              <a:rect l="l" t="t" r="r" b="b"/>
              <a:pathLst>
                <a:path w="463" h="166" extrusionOk="0">
                  <a:moveTo>
                    <a:pt x="42" y="22"/>
                  </a:moveTo>
                  <a:lnTo>
                    <a:pt x="17" y="17"/>
                  </a:lnTo>
                  <a:lnTo>
                    <a:pt x="13" y="21"/>
                  </a:lnTo>
                  <a:lnTo>
                    <a:pt x="3" y="26"/>
                  </a:lnTo>
                  <a:lnTo>
                    <a:pt x="2" y="45"/>
                  </a:lnTo>
                  <a:lnTo>
                    <a:pt x="0" y="48"/>
                  </a:lnTo>
                  <a:lnTo>
                    <a:pt x="12" y="66"/>
                  </a:lnTo>
                  <a:lnTo>
                    <a:pt x="42" y="86"/>
                  </a:lnTo>
                  <a:lnTo>
                    <a:pt x="84" y="108"/>
                  </a:lnTo>
                  <a:lnTo>
                    <a:pt x="111" y="121"/>
                  </a:lnTo>
                  <a:lnTo>
                    <a:pt x="149" y="139"/>
                  </a:lnTo>
                  <a:lnTo>
                    <a:pt x="193" y="153"/>
                  </a:lnTo>
                  <a:lnTo>
                    <a:pt x="218" y="161"/>
                  </a:lnTo>
                  <a:lnTo>
                    <a:pt x="235" y="166"/>
                  </a:lnTo>
                  <a:lnTo>
                    <a:pt x="248" y="165"/>
                  </a:lnTo>
                  <a:lnTo>
                    <a:pt x="262" y="159"/>
                  </a:lnTo>
                  <a:lnTo>
                    <a:pt x="282" y="149"/>
                  </a:lnTo>
                  <a:lnTo>
                    <a:pt x="308" y="136"/>
                  </a:lnTo>
                  <a:lnTo>
                    <a:pt x="327" y="126"/>
                  </a:lnTo>
                  <a:lnTo>
                    <a:pt x="348" y="121"/>
                  </a:lnTo>
                  <a:lnTo>
                    <a:pt x="360" y="118"/>
                  </a:lnTo>
                  <a:lnTo>
                    <a:pt x="374" y="116"/>
                  </a:lnTo>
                  <a:lnTo>
                    <a:pt x="388" y="118"/>
                  </a:lnTo>
                  <a:lnTo>
                    <a:pt x="404" y="121"/>
                  </a:lnTo>
                  <a:lnTo>
                    <a:pt x="428" y="129"/>
                  </a:lnTo>
                  <a:lnTo>
                    <a:pt x="445" y="131"/>
                  </a:lnTo>
                  <a:lnTo>
                    <a:pt x="459" y="127"/>
                  </a:lnTo>
                  <a:lnTo>
                    <a:pt x="463" y="119"/>
                  </a:lnTo>
                  <a:lnTo>
                    <a:pt x="460" y="109"/>
                  </a:lnTo>
                  <a:lnTo>
                    <a:pt x="457" y="108"/>
                  </a:lnTo>
                  <a:lnTo>
                    <a:pt x="438" y="102"/>
                  </a:lnTo>
                  <a:lnTo>
                    <a:pt x="419" y="103"/>
                  </a:lnTo>
                  <a:lnTo>
                    <a:pt x="405" y="100"/>
                  </a:lnTo>
                  <a:lnTo>
                    <a:pt x="402" y="92"/>
                  </a:lnTo>
                  <a:lnTo>
                    <a:pt x="410" y="86"/>
                  </a:lnTo>
                  <a:lnTo>
                    <a:pt x="427" y="82"/>
                  </a:lnTo>
                  <a:lnTo>
                    <a:pt x="454" y="78"/>
                  </a:lnTo>
                  <a:lnTo>
                    <a:pt x="462" y="71"/>
                  </a:lnTo>
                  <a:lnTo>
                    <a:pt x="463" y="68"/>
                  </a:lnTo>
                  <a:lnTo>
                    <a:pt x="463" y="60"/>
                  </a:lnTo>
                  <a:lnTo>
                    <a:pt x="460" y="58"/>
                  </a:lnTo>
                  <a:lnTo>
                    <a:pt x="451" y="52"/>
                  </a:lnTo>
                  <a:lnTo>
                    <a:pt x="447" y="52"/>
                  </a:lnTo>
                  <a:lnTo>
                    <a:pt x="433" y="52"/>
                  </a:lnTo>
                  <a:lnTo>
                    <a:pt x="406" y="64"/>
                  </a:lnTo>
                  <a:lnTo>
                    <a:pt x="395" y="70"/>
                  </a:lnTo>
                  <a:lnTo>
                    <a:pt x="386" y="70"/>
                  </a:lnTo>
                  <a:lnTo>
                    <a:pt x="381" y="58"/>
                  </a:lnTo>
                  <a:lnTo>
                    <a:pt x="380" y="55"/>
                  </a:lnTo>
                  <a:lnTo>
                    <a:pt x="384" y="42"/>
                  </a:lnTo>
                  <a:lnTo>
                    <a:pt x="387" y="19"/>
                  </a:lnTo>
                  <a:lnTo>
                    <a:pt x="383" y="2"/>
                  </a:lnTo>
                  <a:lnTo>
                    <a:pt x="371" y="0"/>
                  </a:lnTo>
                  <a:lnTo>
                    <a:pt x="360" y="8"/>
                  </a:lnTo>
                  <a:lnTo>
                    <a:pt x="359" y="32"/>
                  </a:lnTo>
                  <a:lnTo>
                    <a:pt x="365" y="64"/>
                  </a:lnTo>
                  <a:lnTo>
                    <a:pt x="363" y="82"/>
                  </a:lnTo>
                  <a:lnTo>
                    <a:pt x="349" y="96"/>
                  </a:lnTo>
                  <a:lnTo>
                    <a:pt x="309" y="108"/>
                  </a:lnTo>
                  <a:lnTo>
                    <a:pt x="276" y="119"/>
                  </a:lnTo>
                  <a:lnTo>
                    <a:pt x="246" y="128"/>
                  </a:lnTo>
                  <a:lnTo>
                    <a:pt x="234" y="129"/>
                  </a:lnTo>
                  <a:lnTo>
                    <a:pt x="210" y="124"/>
                  </a:lnTo>
                  <a:lnTo>
                    <a:pt x="174" y="104"/>
                  </a:lnTo>
                  <a:lnTo>
                    <a:pt x="137" y="85"/>
                  </a:lnTo>
                  <a:lnTo>
                    <a:pt x="102" y="64"/>
                  </a:lnTo>
                  <a:lnTo>
                    <a:pt x="75" y="47"/>
                  </a:lnTo>
                  <a:lnTo>
                    <a:pt x="53" y="33"/>
                  </a:lnTo>
                  <a:lnTo>
                    <a:pt x="42" y="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173" name="Google Shape;173;p3"/>
            <p:cNvGrpSpPr/>
            <p:nvPr/>
          </p:nvGrpSpPr>
          <p:grpSpPr>
            <a:xfrm>
              <a:off x="1850" y="3190"/>
              <a:ext cx="274" cy="438"/>
              <a:chOff x="1850" y="3190"/>
              <a:chExt cx="274" cy="438"/>
            </a:xfrm>
          </p:grpSpPr>
          <p:sp>
            <p:nvSpPr>
              <p:cNvPr id="174" name="Google Shape;174;p3"/>
              <p:cNvSpPr/>
              <p:nvPr/>
            </p:nvSpPr>
            <p:spPr>
              <a:xfrm>
                <a:off x="1862" y="3236"/>
                <a:ext cx="251" cy="382"/>
              </a:xfrm>
              <a:custGeom>
                <a:avLst/>
                <a:gdLst/>
                <a:ahLst/>
                <a:cxnLst/>
                <a:rect l="l" t="t" r="r" b="b"/>
                <a:pathLst>
                  <a:path w="251" h="382" extrusionOk="0">
                    <a:moveTo>
                      <a:pt x="0" y="66"/>
                    </a:moveTo>
                    <a:lnTo>
                      <a:pt x="36" y="56"/>
                    </a:lnTo>
                    <a:lnTo>
                      <a:pt x="65" y="46"/>
                    </a:lnTo>
                    <a:lnTo>
                      <a:pt x="84" y="33"/>
                    </a:lnTo>
                    <a:lnTo>
                      <a:pt x="107" y="0"/>
                    </a:lnTo>
                    <a:lnTo>
                      <a:pt x="123" y="44"/>
                    </a:lnTo>
                    <a:lnTo>
                      <a:pt x="141" y="94"/>
                    </a:lnTo>
                    <a:lnTo>
                      <a:pt x="163" y="138"/>
                    </a:lnTo>
                    <a:lnTo>
                      <a:pt x="184" y="188"/>
                    </a:lnTo>
                    <a:lnTo>
                      <a:pt x="206" y="244"/>
                    </a:lnTo>
                    <a:lnTo>
                      <a:pt x="239" y="315"/>
                    </a:lnTo>
                    <a:lnTo>
                      <a:pt x="251" y="343"/>
                    </a:lnTo>
                    <a:lnTo>
                      <a:pt x="243" y="366"/>
                    </a:lnTo>
                    <a:lnTo>
                      <a:pt x="224" y="379"/>
                    </a:lnTo>
                    <a:lnTo>
                      <a:pt x="202" y="382"/>
                    </a:lnTo>
                    <a:lnTo>
                      <a:pt x="177" y="374"/>
                    </a:lnTo>
                    <a:lnTo>
                      <a:pt x="162" y="358"/>
                    </a:lnTo>
                    <a:lnTo>
                      <a:pt x="156" y="311"/>
                    </a:lnTo>
                    <a:lnTo>
                      <a:pt x="147" y="270"/>
                    </a:lnTo>
                    <a:lnTo>
                      <a:pt x="136" y="235"/>
                    </a:lnTo>
                    <a:lnTo>
                      <a:pt x="121" y="201"/>
                    </a:lnTo>
                    <a:lnTo>
                      <a:pt x="94" y="171"/>
                    </a:lnTo>
                    <a:lnTo>
                      <a:pt x="62" y="132"/>
                    </a:lnTo>
                    <a:lnTo>
                      <a:pt x="34" y="98"/>
                    </a:lnTo>
                    <a:lnTo>
                      <a:pt x="6" y="72"/>
                    </a:lnTo>
                    <a:lnTo>
                      <a:pt x="0" y="6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75" name="Google Shape;175;p3"/>
              <p:cNvSpPr/>
              <p:nvPr/>
            </p:nvSpPr>
            <p:spPr>
              <a:xfrm>
                <a:off x="1867" y="3197"/>
                <a:ext cx="98" cy="91"/>
              </a:xfrm>
              <a:custGeom>
                <a:avLst/>
                <a:gdLst/>
                <a:ahLst/>
                <a:cxnLst/>
                <a:rect l="l" t="t" r="r" b="b"/>
                <a:pathLst>
                  <a:path w="98" h="91" extrusionOk="0">
                    <a:moveTo>
                      <a:pt x="30" y="91"/>
                    </a:moveTo>
                    <a:lnTo>
                      <a:pt x="0" y="47"/>
                    </a:lnTo>
                    <a:lnTo>
                      <a:pt x="11" y="24"/>
                    </a:lnTo>
                    <a:lnTo>
                      <a:pt x="28" y="6"/>
                    </a:lnTo>
                    <a:lnTo>
                      <a:pt x="54" y="0"/>
                    </a:lnTo>
                    <a:lnTo>
                      <a:pt x="74" y="2"/>
                    </a:lnTo>
                    <a:lnTo>
                      <a:pt x="89" y="11"/>
                    </a:lnTo>
                    <a:lnTo>
                      <a:pt x="98" y="27"/>
                    </a:lnTo>
                    <a:lnTo>
                      <a:pt x="98" y="45"/>
                    </a:lnTo>
                    <a:lnTo>
                      <a:pt x="87" y="67"/>
                    </a:lnTo>
                    <a:lnTo>
                      <a:pt x="59" y="82"/>
                    </a:lnTo>
                    <a:lnTo>
                      <a:pt x="36" y="91"/>
                    </a:lnTo>
                    <a:lnTo>
                      <a:pt x="30" y="91"/>
                    </a:lnTo>
                    <a:close/>
                  </a:path>
                </a:pathLst>
              </a:custGeom>
              <a:blipFill rotWithShape="1">
                <a:blip r:embed="rId3">
                  <a:alphaModFix/>
                </a:blip>
                <a:tile tx="0" ty="0" sx="100000" sy="100000" flip="none" algn="tl"/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76" name="Google Shape;176;p3"/>
              <p:cNvSpPr/>
              <p:nvPr/>
            </p:nvSpPr>
            <p:spPr>
              <a:xfrm>
                <a:off x="1850" y="3190"/>
                <a:ext cx="274" cy="438"/>
              </a:xfrm>
              <a:custGeom>
                <a:avLst/>
                <a:gdLst/>
                <a:ahLst/>
                <a:cxnLst/>
                <a:rect l="l" t="t" r="r" b="b"/>
                <a:pathLst>
                  <a:path w="274" h="438" extrusionOk="0">
                    <a:moveTo>
                      <a:pt x="1" y="107"/>
                    </a:moveTo>
                    <a:lnTo>
                      <a:pt x="34" y="100"/>
                    </a:lnTo>
                    <a:lnTo>
                      <a:pt x="56" y="93"/>
                    </a:lnTo>
                    <a:lnTo>
                      <a:pt x="71" y="86"/>
                    </a:lnTo>
                    <a:lnTo>
                      <a:pt x="87" y="79"/>
                    </a:lnTo>
                    <a:lnTo>
                      <a:pt x="101" y="70"/>
                    </a:lnTo>
                    <a:lnTo>
                      <a:pt x="107" y="59"/>
                    </a:lnTo>
                    <a:lnTo>
                      <a:pt x="111" y="46"/>
                    </a:lnTo>
                    <a:lnTo>
                      <a:pt x="109" y="34"/>
                    </a:lnTo>
                    <a:lnTo>
                      <a:pt x="102" y="23"/>
                    </a:lnTo>
                    <a:lnTo>
                      <a:pt x="92" y="18"/>
                    </a:lnTo>
                    <a:lnTo>
                      <a:pt x="88" y="18"/>
                    </a:lnTo>
                    <a:lnTo>
                      <a:pt x="75" y="15"/>
                    </a:lnTo>
                    <a:lnTo>
                      <a:pt x="56" y="21"/>
                    </a:lnTo>
                    <a:lnTo>
                      <a:pt x="44" y="31"/>
                    </a:lnTo>
                    <a:lnTo>
                      <a:pt x="38" y="47"/>
                    </a:lnTo>
                    <a:lnTo>
                      <a:pt x="42" y="56"/>
                    </a:lnTo>
                    <a:lnTo>
                      <a:pt x="53" y="59"/>
                    </a:lnTo>
                    <a:lnTo>
                      <a:pt x="64" y="55"/>
                    </a:lnTo>
                    <a:lnTo>
                      <a:pt x="71" y="45"/>
                    </a:lnTo>
                    <a:lnTo>
                      <a:pt x="71" y="37"/>
                    </a:lnTo>
                    <a:lnTo>
                      <a:pt x="80" y="34"/>
                    </a:lnTo>
                    <a:lnTo>
                      <a:pt x="85" y="47"/>
                    </a:lnTo>
                    <a:lnTo>
                      <a:pt x="76" y="61"/>
                    </a:lnTo>
                    <a:lnTo>
                      <a:pt x="58" y="70"/>
                    </a:lnTo>
                    <a:lnTo>
                      <a:pt x="44" y="74"/>
                    </a:lnTo>
                    <a:lnTo>
                      <a:pt x="28" y="70"/>
                    </a:lnTo>
                    <a:lnTo>
                      <a:pt x="16" y="60"/>
                    </a:lnTo>
                    <a:lnTo>
                      <a:pt x="14" y="40"/>
                    </a:lnTo>
                    <a:lnTo>
                      <a:pt x="25" y="22"/>
                    </a:lnTo>
                    <a:lnTo>
                      <a:pt x="42" y="8"/>
                    </a:lnTo>
                    <a:lnTo>
                      <a:pt x="70" y="0"/>
                    </a:lnTo>
                    <a:lnTo>
                      <a:pt x="73" y="0"/>
                    </a:lnTo>
                    <a:lnTo>
                      <a:pt x="94" y="1"/>
                    </a:lnTo>
                    <a:lnTo>
                      <a:pt x="111" y="10"/>
                    </a:lnTo>
                    <a:lnTo>
                      <a:pt x="125" y="28"/>
                    </a:lnTo>
                    <a:lnTo>
                      <a:pt x="132" y="46"/>
                    </a:lnTo>
                    <a:lnTo>
                      <a:pt x="135" y="64"/>
                    </a:lnTo>
                    <a:lnTo>
                      <a:pt x="143" y="92"/>
                    </a:lnTo>
                    <a:lnTo>
                      <a:pt x="156" y="128"/>
                    </a:lnTo>
                    <a:lnTo>
                      <a:pt x="171" y="156"/>
                    </a:lnTo>
                    <a:lnTo>
                      <a:pt x="186" y="186"/>
                    </a:lnTo>
                    <a:lnTo>
                      <a:pt x="213" y="244"/>
                    </a:lnTo>
                    <a:lnTo>
                      <a:pt x="222" y="268"/>
                    </a:lnTo>
                    <a:lnTo>
                      <a:pt x="250" y="332"/>
                    </a:lnTo>
                    <a:lnTo>
                      <a:pt x="271" y="377"/>
                    </a:lnTo>
                    <a:lnTo>
                      <a:pt x="274" y="392"/>
                    </a:lnTo>
                    <a:lnTo>
                      <a:pt x="271" y="406"/>
                    </a:lnTo>
                    <a:lnTo>
                      <a:pt x="261" y="420"/>
                    </a:lnTo>
                    <a:lnTo>
                      <a:pt x="258" y="423"/>
                    </a:lnTo>
                    <a:lnTo>
                      <a:pt x="244" y="432"/>
                    </a:lnTo>
                    <a:lnTo>
                      <a:pt x="218" y="438"/>
                    </a:lnTo>
                    <a:lnTo>
                      <a:pt x="197" y="435"/>
                    </a:lnTo>
                    <a:lnTo>
                      <a:pt x="179" y="428"/>
                    </a:lnTo>
                    <a:lnTo>
                      <a:pt x="170" y="417"/>
                    </a:lnTo>
                    <a:lnTo>
                      <a:pt x="167" y="406"/>
                    </a:lnTo>
                    <a:lnTo>
                      <a:pt x="167" y="383"/>
                    </a:lnTo>
                    <a:lnTo>
                      <a:pt x="162" y="351"/>
                    </a:lnTo>
                    <a:lnTo>
                      <a:pt x="154" y="316"/>
                    </a:lnTo>
                    <a:lnTo>
                      <a:pt x="144" y="291"/>
                    </a:lnTo>
                    <a:lnTo>
                      <a:pt x="138" y="269"/>
                    </a:lnTo>
                    <a:lnTo>
                      <a:pt x="127" y="243"/>
                    </a:lnTo>
                    <a:lnTo>
                      <a:pt x="109" y="213"/>
                    </a:lnTo>
                    <a:lnTo>
                      <a:pt x="134" y="238"/>
                    </a:lnTo>
                    <a:lnTo>
                      <a:pt x="152" y="272"/>
                    </a:lnTo>
                    <a:lnTo>
                      <a:pt x="167" y="306"/>
                    </a:lnTo>
                    <a:lnTo>
                      <a:pt x="169" y="309"/>
                    </a:lnTo>
                    <a:lnTo>
                      <a:pt x="177" y="341"/>
                    </a:lnTo>
                    <a:lnTo>
                      <a:pt x="181" y="375"/>
                    </a:lnTo>
                    <a:lnTo>
                      <a:pt x="186" y="401"/>
                    </a:lnTo>
                    <a:lnTo>
                      <a:pt x="190" y="410"/>
                    </a:lnTo>
                    <a:lnTo>
                      <a:pt x="202" y="416"/>
                    </a:lnTo>
                    <a:lnTo>
                      <a:pt x="222" y="420"/>
                    </a:lnTo>
                    <a:lnTo>
                      <a:pt x="240" y="414"/>
                    </a:lnTo>
                    <a:lnTo>
                      <a:pt x="250" y="405"/>
                    </a:lnTo>
                    <a:lnTo>
                      <a:pt x="255" y="390"/>
                    </a:lnTo>
                    <a:lnTo>
                      <a:pt x="250" y="379"/>
                    </a:lnTo>
                    <a:lnTo>
                      <a:pt x="234" y="337"/>
                    </a:lnTo>
                    <a:lnTo>
                      <a:pt x="213" y="294"/>
                    </a:lnTo>
                    <a:lnTo>
                      <a:pt x="190" y="241"/>
                    </a:lnTo>
                    <a:lnTo>
                      <a:pt x="165" y="182"/>
                    </a:lnTo>
                    <a:lnTo>
                      <a:pt x="138" y="123"/>
                    </a:lnTo>
                    <a:lnTo>
                      <a:pt x="125" y="90"/>
                    </a:lnTo>
                    <a:lnTo>
                      <a:pt x="120" y="63"/>
                    </a:lnTo>
                    <a:lnTo>
                      <a:pt x="108" y="80"/>
                    </a:lnTo>
                    <a:lnTo>
                      <a:pt x="92" y="92"/>
                    </a:lnTo>
                    <a:lnTo>
                      <a:pt x="76" y="101"/>
                    </a:lnTo>
                    <a:lnTo>
                      <a:pt x="72" y="103"/>
                    </a:lnTo>
                    <a:lnTo>
                      <a:pt x="57" y="108"/>
                    </a:lnTo>
                    <a:lnTo>
                      <a:pt x="37" y="115"/>
                    </a:lnTo>
                    <a:lnTo>
                      <a:pt x="24" y="117"/>
                    </a:lnTo>
                    <a:lnTo>
                      <a:pt x="57" y="143"/>
                    </a:lnTo>
                    <a:lnTo>
                      <a:pt x="85" y="182"/>
                    </a:lnTo>
                    <a:lnTo>
                      <a:pt x="103" y="203"/>
                    </a:lnTo>
                    <a:lnTo>
                      <a:pt x="125" y="238"/>
                    </a:lnTo>
                    <a:lnTo>
                      <a:pt x="131" y="252"/>
                    </a:lnTo>
                    <a:lnTo>
                      <a:pt x="88" y="205"/>
                    </a:lnTo>
                    <a:lnTo>
                      <a:pt x="48" y="159"/>
                    </a:lnTo>
                    <a:lnTo>
                      <a:pt x="18" y="128"/>
                    </a:lnTo>
                    <a:lnTo>
                      <a:pt x="0" y="113"/>
                    </a:lnTo>
                    <a:lnTo>
                      <a:pt x="1" y="107"/>
                    </a:lnTo>
                    <a:close/>
                  </a:path>
                </a:pathLst>
              </a:custGeom>
              <a:blipFill rotWithShape="1">
                <a:blip r:embed="rId4">
                  <a:alphaModFix/>
                </a:blip>
                <a:tile tx="0" ty="0" sx="100000" sy="100000" flip="none" algn="tl"/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77" name="Google Shape;177;p3"/>
            <p:cNvGrpSpPr/>
            <p:nvPr/>
          </p:nvGrpSpPr>
          <p:grpSpPr>
            <a:xfrm>
              <a:off x="2032" y="3095"/>
              <a:ext cx="641" cy="1000"/>
              <a:chOff x="2032" y="3095"/>
              <a:chExt cx="641" cy="1000"/>
            </a:xfrm>
          </p:grpSpPr>
          <p:sp>
            <p:nvSpPr>
              <p:cNvPr id="178" name="Google Shape;178;p3"/>
              <p:cNvSpPr/>
              <p:nvPr/>
            </p:nvSpPr>
            <p:spPr>
              <a:xfrm>
                <a:off x="2386" y="3095"/>
                <a:ext cx="287" cy="225"/>
              </a:xfrm>
              <a:custGeom>
                <a:avLst/>
                <a:gdLst/>
                <a:ahLst/>
                <a:cxnLst/>
                <a:rect l="l" t="t" r="r" b="b"/>
                <a:pathLst>
                  <a:path w="287" h="225" extrusionOk="0">
                    <a:moveTo>
                      <a:pt x="99" y="138"/>
                    </a:moveTo>
                    <a:lnTo>
                      <a:pt x="104" y="108"/>
                    </a:lnTo>
                    <a:lnTo>
                      <a:pt x="112" y="83"/>
                    </a:lnTo>
                    <a:lnTo>
                      <a:pt x="122" y="59"/>
                    </a:lnTo>
                    <a:lnTo>
                      <a:pt x="137" y="41"/>
                    </a:lnTo>
                    <a:lnTo>
                      <a:pt x="156" y="22"/>
                    </a:lnTo>
                    <a:lnTo>
                      <a:pt x="175" y="11"/>
                    </a:lnTo>
                    <a:lnTo>
                      <a:pt x="190" y="5"/>
                    </a:lnTo>
                    <a:lnTo>
                      <a:pt x="210" y="2"/>
                    </a:lnTo>
                    <a:lnTo>
                      <a:pt x="227" y="0"/>
                    </a:lnTo>
                    <a:lnTo>
                      <a:pt x="245" y="2"/>
                    </a:lnTo>
                    <a:lnTo>
                      <a:pt x="257" y="5"/>
                    </a:lnTo>
                    <a:lnTo>
                      <a:pt x="267" y="13"/>
                    </a:lnTo>
                    <a:lnTo>
                      <a:pt x="275" y="26"/>
                    </a:lnTo>
                    <a:lnTo>
                      <a:pt x="282" y="44"/>
                    </a:lnTo>
                    <a:lnTo>
                      <a:pt x="287" y="64"/>
                    </a:lnTo>
                    <a:lnTo>
                      <a:pt x="287" y="85"/>
                    </a:lnTo>
                    <a:lnTo>
                      <a:pt x="283" y="108"/>
                    </a:lnTo>
                    <a:lnTo>
                      <a:pt x="277" y="124"/>
                    </a:lnTo>
                    <a:lnTo>
                      <a:pt x="268" y="143"/>
                    </a:lnTo>
                    <a:lnTo>
                      <a:pt x="254" y="160"/>
                    </a:lnTo>
                    <a:lnTo>
                      <a:pt x="239" y="176"/>
                    </a:lnTo>
                    <a:lnTo>
                      <a:pt x="221" y="190"/>
                    </a:lnTo>
                    <a:lnTo>
                      <a:pt x="204" y="203"/>
                    </a:lnTo>
                    <a:lnTo>
                      <a:pt x="187" y="212"/>
                    </a:lnTo>
                    <a:lnTo>
                      <a:pt x="168" y="219"/>
                    </a:lnTo>
                    <a:lnTo>
                      <a:pt x="151" y="223"/>
                    </a:lnTo>
                    <a:lnTo>
                      <a:pt x="137" y="225"/>
                    </a:lnTo>
                    <a:lnTo>
                      <a:pt x="126" y="224"/>
                    </a:lnTo>
                    <a:lnTo>
                      <a:pt x="120" y="220"/>
                    </a:lnTo>
                    <a:lnTo>
                      <a:pt x="113" y="215"/>
                    </a:lnTo>
                    <a:lnTo>
                      <a:pt x="110" y="208"/>
                    </a:lnTo>
                    <a:lnTo>
                      <a:pt x="103" y="197"/>
                    </a:lnTo>
                    <a:lnTo>
                      <a:pt x="101" y="181"/>
                    </a:lnTo>
                    <a:lnTo>
                      <a:pt x="97" y="175"/>
                    </a:lnTo>
                    <a:lnTo>
                      <a:pt x="90" y="175"/>
                    </a:lnTo>
                    <a:lnTo>
                      <a:pt x="76" y="184"/>
                    </a:lnTo>
                    <a:lnTo>
                      <a:pt x="53" y="204"/>
                    </a:lnTo>
                    <a:lnTo>
                      <a:pt x="32" y="219"/>
                    </a:lnTo>
                    <a:lnTo>
                      <a:pt x="19" y="225"/>
                    </a:lnTo>
                    <a:lnTo>
                      <a:pt x="11" y="225"/>
                    </a:lnTo>
                    <a:lnTo>
                      <a:pt x="4" y="221"/>
                    </a:lnTo>
                    <a:lnTo>
                      <a:pt x="0" y="211"/>
                    </a:lnTo>
                    <a:lnTo>
                      <a:pt x="3" y="199"/>
                    </a:lnTo>
                    <a:lnTo>
                      <a:pt x="10" y="190"/>
                    </a:lnTo>
                    <a:lnTo>
                      <a:pt x="22" y="181"/>
                    </a:lnTo>
                    <a:lnTo>
                      <a:pt x="42" y="173"/>
                    </a:lnTo>
                    <a:lnTo>
                      <a:pt x="68" y="160"/>
                    </a:lnTo>
                    <a:lnTo>
                      <a:pt x="88" y="150"/>
                    </a:lnTo>
                    <a:lnTo>
                      <a:pt x="95" y="145"/>
                    </a:lnTo>
                    <a:lnTo>
                      <a:pt x="99" y="1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79" name="Google Shape;179;p3"/>
              <p:cNvSpPr/>
              <p:nvPr/>
            </p:nvSpPr>
            <p:spPr>
              <a:xfrm>
                <a:off x="2452" y="3346"/>
                <a:ext cx="191" cy="350"/>
              </a:xfrm>
              <a:custGeom>
                <a:avLst/>
                <a:gdLst/>
                <a:ahLst/>
                <a:cxnLst/>
                <a:rect l="l" t="t" r="r" b="b"/>
                <a:pathLst>
                  <a:path w="191" h="350" extrusionOk="0">
                    <a:moveTo>
                      <a:pt x="36" y="45"/>
                    </a:moveTo>
                    <a:lnTo>
                      <a:pt x="55" y="25"/>
                    </a:lnTo>
                    <a:lnTo>
                      <a:pt x="73" y="13"/>
                    </a:lnTo>
                    <a:lnTo>
                      <a:pt x="94" y="5"/>
                    </a:lnTo>
                    <a:lnTo>
                      <a:pt x="117" y="0"/>
                    </a:lnTo>
                    <a:lnTo>
                      <a:pt x="140" y="2"/>
                    </a:lnTo>
                    <a:lnTo>
                      <a:pt x="159" y="6"/>
                    </a:lnTo>
                    <a:lnTo>
                      <a:pt x="174" y="15"/>
                    </a:lnTo>
                    <a:lnTo>
                      <a:pt x="181" y="27"/>
                    </a:lnTo>
                    <a:lnTo>
                      <a:pt x="185" y="42"/>
                    </a:lnTo>
                    <a:lnTo>
                      <a:pt x="185" y="59"/>
                    </a:lnTo>
                    <a:lnTo>
                      <a:pt x="180" y="75"/>
                    </a:lnTo>
                    <a:lnTo>
                      <a:pt x="171" y="88"/>
                    </a:lnTo>
                    <a:lnTo>
                      <a:pt x="161" y="100"/>
                    </a:lnTo>
                    <a:lnTo>
                      <a:pt x="154" y="115"/>
                    </a:lnTo>
                    <a:lnTo>
                      <a:pt x="149" y="136"/>
                    </a:lnTo>
                    <a:lnTo>
                      <a:pt x="147" y="157"/>
                    </a:lnTo>
                    <a:lnTo>
                      <a:pt x="149" y="175"/>
                    </a:lnTo>
                    <a:lnTo>
                      <a:pt x="156" y="195"/>
                    </a:lnTo>
                    <a:lnTo>
                      <a:pt x="167" y="215"/>
                    </a:lnTo>
                    <a:lnTo>
                      <a:pt x="178" y="237"/>
                    </a:lnTo>
                    <a:lnTo>
                      <a:pt x="186" y="257"/>
                    </a:lnTo>
                    <a:lnTo>
                      <a:pt x="189" y="271"/>
                    </a:lnTo>
                    <a:lnTo>
                      <a:pt x="191" y="286"/>
                    </a:lnTo>
                    <a:lnTo>
                      <a:pt x="188" y="305"/>
                    </a:lnTo>
                    <a:lnTo>
                      <a:pt x="180" y="321"/>
                    </a:lnTo>
                    <a:lnTo>
                      <a:pt x="167" y="332"/>
                    </a:lnTo>
                    <a:lnTo>
                      <a:pt x="151" y="341"/>
                    </a:lnTo>
                    <a:lnTo>
                      <a:pt x="127" y="348"/>
                    </a:lnTo>
                    <a:lnTo>
                      <a:pt x="102" y="350"/>
                    </a:lnTo>
                    <a:lnTo>
                      <a:pt x="74" y="347"/>
                    </a:lnTo>
                    <a:lnTo>
                      <a:pt x="54" y="338"/>
                    </a:lnTo>
                    <a:lnTo>
                      <a:pt x="36" y="324"/>
                    </a:lnTo>
                    <a:lnTo>
                      <a:pt x="23" y="308"/>
                    </a:lnTo>
                    <a:lnTo>
                      <a:pt x="14" y="289"/>
                    </a:lnTo>
                    <a:lnTo>
                      <a:pt x="6" y="266"/>
                    </a:lnTo>
                    <a:lnTo>
                      <a:pt x="2" y="236"/>
                    </a:lnTo>
                    <a:lnTo>
                      <a:pt x="0" y="203"/>
                    </a:lnTo>
                    <a:lnTo>
                      <a:pt x="0" y="174"/>
                    </a:lnTo>
                    <a:lnTo>
                      <a:pt x="3" y="143"/>
                    </a:lnTo>
                    <a:lnTo>
                      <a:pt x="8" y="116"/>
                    </a:lnTo>
                    <a:lnTo>
                      <a:pt x="16" y="89"/>
                    </a:lnTo>
                    <a:lnTo>
                      <a:pt x="27" y="64"/>
                    </a:lnTo>
                    <a:lnTo>
                      <a:pt x="36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80" name="Google Shape;180;p3"/>
              <p:cNvSpPr/>
              <p:nvPr/>
            </p:nvSpPr>
            <p:spPr>
              <a:xfrm>
                <a:off x="2032" y="3363"/>
                <a:ext cx="518" cy="136"/>
              </a:xfrm>
              <a:custGeom>
                <a:avLst/>
                <a:gdLst/>
                <a:ahLst/>
                <a:cxnLst/>
                <a:rect l="l" t="t" r="r" b="b"/>
                <a:pathLst>
                  <a:path w="518" h="136" extrusionOk="0">
                    <a:moveTo>
                      <a:pt x="447" y="11"/>
                    </a:moveTo>
                    <a:lnTo>
                      <a:pt x="482" y="3"/>
                    </a:lnTo>
                    <a:lnTo>
                      <a:pt x="500" y="0"/>
                    </a:lnTo>
                    <a:lnTo>
                      <a:pt x="510" y="7"/>
                    </a:lnTo>
                    <a:lnTo>
                      <a:pt x="518" y="25"/>
                    </a:lnTo>
                    <a:lnTo>
                      <a:pt x="508" y="45"/>
                    </a:lnTo>
                    <a:lnTo>
                      <a:pt x="486" y="55"/>
                    </a:lnTo>
                    <a:lnTo>
                      <a:pt x="453" y="61"/>
                    </a:lnTo>
                    <a:lnTo>
                      <a:pt x="416" y="58"/>
                    </a:lnTo>
                    <a:lnTo>
                      <a:pt x="380" y="61"/>
                    </a:lnTo>
                    <a:lnTo>
                      <a:pt x="347" y="67"/>
                    </a:lnTo>
                    <a:lnTo>
                      <a:pt x="304" y="78"/>
                    </a:lnTo>
                    <a:lnTo>
                      <a:pt x="271" y="91"/>
                    </a:lnTo>
                    <a:lnTo>
                      <a:pt x="245" y="104"/>
                    </a:lnTo>
                    <a:lnTo>
                      <a:pt x="222" y="112"/>
                    </a:lnTo>
                    <a:lnTo>
                      <a:pt x="206" y="113"/>
                    </a:lnTo>
                    <a:lnTo>
                      <a:pt x="187" y="107"/>
                    </a:lnTo>
                    <a:lnTo>
                      <a:pt x="165" y="99"/>
                    </a:lnTo>
                    <a:lnTo>
                      <a:pt x="142" y="91"/>
                    </a:lnTo>
                    <a:lnTo>
                      <a:pt x="122" y="88"/>
                    </a:lnTo>
                    <a:lnTo>
                      <a:pt x="92" y="86"/>
                    </a:lnTo>
                    <a:lnTo>
                      <a:pt x="75" y="85"/>
                    </a:lnTo>
                    <a:lnTo>
                      <a:pt x="60" y="86"/>
                    </a:lnTo>
                    <a:lnTo>
                      <a:pt x="56" y="88"/>
                    </a:lnTo>
                    <a:lnTo>
                      <a:pt x="48" y="98"/>
                    </a:lnTo>
                    <a:lnTo>
                      <a:pt x="47" y="117"/>
                    </a:lnTo>
                    <a:lnTo>
                      <a:pt x="40" y="128"/>
                    </a:lnTo>
                    <a:lnTo>
                      <a:pt x="26" y="136"/>
                    </a:lnTo>
                    <a:lnTo>
                      <a:pt x="15" y="135"/>
                    </a:lnTo>
                    <a:lnTo>
                      <a:pt x="10" y="128"/>
                    </a:lnTo>
                    <a:lnTo>
                      <a:pt x="11" y="118"/>
                    </a:lnTo>
                    <a:lnTo>
                      <a:pt x="18" y="107"/>
                    </a:lnTo>
                    <a:lnTo>
                      <a:pt x="25" y="98"/>
                    </a:lnTo>
                    <a:lnTo>
                      <a:pt x="31" y="88"/>
                    </a:lnTo>
                    <a:lnTo>
                      <a:pt x="28" y="74"/>
                    </a:lnTo>
                    <a:lnTo>
                      <a:pt x="14" y="47"/>
                    </a:lnTo>
                    <a:lnTo>
                      <a:pt x="1" y="22"/>
                    </a:lnTo>
                    <a:lnTo>
                      <a:pt x="0" y="15"/>
                    </a:lnTo>
                    <a:lnTo>
                      <a:pt x="0" y="8"/>
                    </a:lnTo>
                    <a:lnTo>
                      <a:pt x="11" y="1"/>
                    </a:lnTo>
                    <a:lnTo>
                      <a:pt x="25" y="6"/>
                    </a:lnTo>
                    <a:lnTo>
                      <a:pt x="37" y="25"/>
                    </a:lnTo>
                    <a:lnTo>
                      <a:pt x="46" y="51"/>
                    </a:lnTo>
                    <a:lnTo>
                      <a:pt x="55" y="59"/>
                    </a:lnTo>
                    <a:lnTo>
                      <a:pt x="83" y="63"/>
                    </a:lnTo>
                    <a:lnTo>
                      <a:pt x="119" y="65"/>
                    </a:lnTo>
                    <a:lnTo>
                      <a:pt x="154" y="67"/>
                    </a:lnTo>
                    <a:lnTo>
                      <a:pt x="180" y="72"/>
                    </a:lnTo>
                    <a:lnTo>
                      <a:pt x="208" y="77"/>
                    </a:lnTo>
                    <a:lnTo>
                      <a:pt x="222" y="77"/>
                    </a:lnTo>
                    <a:lnTo>
                      <a:pt x="253" y="65"/>
                    </a:lnTo>
                    <a:lnTo>
                      <a:pt x="285" y="51"/>
                    </a:lnTo>
                    <a:lnTo>
                      <a:pt x="310" y="42"/>
                    </a:lnTo>
                    <a:lnTo>
                      <a:pt x="342" y="33"/>
                    </a:lnTo>
                    <a:lnTo>
                      <a:pt x="373" y="26"/>
                    </a:lnTo>
                    <a:lnTo>
                      <a:pt x="401" y="22"/>
                    </a:lnTo>
                    <a:lnTo>
                      <a:pt x="426" y="16"/>
                    </a:lnTo>
                    <a:lnTo>
                      <a:pt x="447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81" name="Google Shape;181;p3"/>
              <p:cNvSpPr/>
              <p:nvPr/>
            </p:nvSpPr>
            <p:spPr>
              <a:xfrm>
                <a:off x="2308" y="3356"/>
                <a:ext cx="316" cy="347"/>
              </a:xfrm>
              <a:custGeom>
                <a:avLst/>
                <a:gdLst/>
                <a:ahLst/>
                <a:cxnLst/>
                <a:rect l="l" t="t" r="r" b="b"/>
                <a:pathLst>
                  <a:path w="316" h="347" extrusionOk="0">
                    <a:moveTo>
                      <a:pt x="306" y="7"/>
                    </a:moveTo>
                    <a:lnTo>
                      <a:pt x="314" y="15"/>
                    </a:lnTo>
                    <a:lnTo>
                      <a:pt x="316" y="40"/>
                    </a:lnTo>
                    <a:lnTo>
                      <a:pt x="316" y="64"/>
                    </a:lnTo>
                    <a:lnTo>
                      <a:pt x="311" y="98"/>
                    </a:lnTo>
                    <a:lnTo>
                      <a:pt x="305" y="125"/>
                    </a:lnTo>
                    <a:lnTo>
                      <a:pt x="293" y="146"/>
                    </a:lnTo>
                    <a:lnTo>
                      <a:pt x="276" y="172"/>
                    </a:lnTo>
                    <a:lnTo>
                      <a:pt x="251" y="197"/>
                    </a:lnTo>
                    <a:lnTo>
                      <a:pt x="213" y="219"/>
                    </a:lnTo>
                    <a:lnTo>
                      <a:pt x="177" y="243"/>
                    </a:lnTo>
                    <a:lnTo>
                      <a:pt x="145" y="256"/>
                    </a:lnTo>
                    <a:lnTo>
                      <a:pt x="114" y="276"/>
                    </a:lnTo>
                    <a:lnTo>
                      <a:pt x="87" y="290"/>
                    </a:lnTo>
                    <a:lnTo>
                      <a:pt x="75" y="300"/>
                    </a:lnTo>
                    <a:lnTo>
                      <a:pt x="67" y="313"/>
                    </a:lnTo>
                    <a:lnTo>
                      <a:pt x="65" y="316"/>
                    </a:lnTo>
                    <a:lnTo>
                      <a:pt x="56" y="335"/>
                    </a:lnTo>
                    <a:lnTo>
                      <a:pt x="45" y="347"/>
                    </a:lnTo>
                    <a:lnTo>
                      <a:pt x="36" y="347"/>
                    </a:lnTo>
                    <a:lnTo>
                      <a:pt x="31" y="342"/>
                    </a:lnTo>
                    <a:lnTo>
                      <a:pt x="29" y="331"/>
                    </a:lnTo>
                    <a:lnTo>
                      <a:pt x="34" y="323"/>
                    </a:lnTo>
                    <a:lnTo>
                      <a:pt x="43" y="316"/>
                    </a:lnTo>
                    <a:lnTo>
                      <a:pt x="48" y="308"/>
                    </a:lnTo>
                    <a:lnTo>
                      <a:pt x="51" y="303"/>
                    </a:lnTo>
                    <a:lnTo>
                      <a:pt x="47" y="298"/>
                    </a:lnTo>
                    <a:lnTo>
                      <a:pt x="36" y="303"/>
                    </a:lnTo>
                    <a:lnTo>
                      <a:pt x="28" y="314"/>
                    </a:lnTo>
                    <a:lnTo>
                      <a:pt x="28" y="318"/>
                    </a:lnTo>
                    <a:lnTo>
                      <a:pt x="20" y="325"/>
                    </a:lnTo>
                    <a:lnTo>
                      <a:pt x="9" y="327"/>
                    </a:lnTo>
                    <a:lnTo>
                      <a:pt x="0" y="321"/>
                    </a:lnTo>
                    <a:lnTo>
                      <a:pt x="3" y="307"/>
                    </a:lnTo>
                    <a:lnTo>
                      <a:pt x="13" y="299"/>
                    </a:lnTo>
                    <a:lnTo>
                      <a:pt x="28" y="289"/>
                    </a:lnTo>
                    <a:lnTo>
                      <a:pt x="38" y="284"/>
                    </a:lnTo>
                    <a:lnTo>
                      <a:pt x="40" y="277"/>
                    </a:lnTo>
                    <a:lnTo>
                      <a:pt x="41" y="269"/>
                    </a:lnTo>
                    <a:lnTo>
                      <a:pt x="33" y="256"/>
                    </a:lnTo>
                    <a:lnTo>
                      <a:pt x="25" y="243"/>
                    </a:lnTo>
                    <a:lnTo>
                      <a:pt x="22" y="231"/>
                    </a:lnTo>
                    <a:lnTo>
                      <a:pt x="24" y="226"/>
                    </a:lnTo>
                    <a:lnTo>
                      <a:pt x="30" y="222"/>
                    </a:lnTo>
                    <a:lnTo>
                      <a:pt x="36" y="222"/>
                    </a:lnTo>
                    <a:lnTo>
                      <a:pt x="40" y="229"/>
                    </a:lnTo>
                    <a:lnTo>
                      <a:pt x="45" y="241"/>
                    </a:lnTo>
                    <a:lnTo>
                      <a:pt x="51" y="259"/>
                    </a:lnTo>
                    <a:lnTo>
                      <a:pt x="57" y="264"/>
                    </a:lnTo>
                    <a:lnTo>
                      <a:pt x="71" y="261"/>
                    </a:lnTo>
                    <a:lnTo>
                      <a:pt x="88" y="259"/>
                    </a:lnTo>
                    <a:lnTo>
                      <a:pt x="123" y="245"/>
                    </a:lnTo>
                    <a:lnTo>
                      <a:pt x="157" y="228"/>
                    </a:lnTo>
                    <a:lnTo>
                      <a:pt x="188" y="210"/>
                    </a:lnTo>
                    <a:lnTo>
                      <a:pt x="226" y="179"/>
                    </a:lnTo>
                    <a:lnTo>
                      <a:pt x="252" y="149"/>
                    </a:lnTo>
                    <a:lnTo>
                      <a:pt x="265" y="120"/>
                    </a:lnTo>
                    <a:lnTo>
                      <a:pt x="270" y="83"/>
                    </a:lnTo>
                    <a:lnTo>
                      <a:pt x="269" y="52"/>
                    </a:lnTo>
                    <a:lnTo>
                      <a:pt x="264" y="21"/>
                    </a:lnTo>
                    <a:lnTo>
                      <a:pt x="273" y="7"/>
                    </a:lnTo>
                    <a:lnTo>
                      <a:pt x="291" y="0"/>
                    </a:lnTo>
                    <a:lnTo>
                      <a:pt x="301" y="3"/>
                    </a:lnTo>
                    <a:lnTo>
                      <a:pt x="306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82" name="Google Shape;182;p3"/>
              <p:cNvSpPr/>
              <p:nvPr/>
            </p:nvSpPr>
            <p:spPr>
              <a:xfrm>
                <a:off x="2527" y="3644"/>
                <a:ext cx="135" cy="451"/>
              </a:xfrm>
              <a:custGeom>
                <a:avLst/>
                <a:gdLst/>
                <a:ahLst/>
                <a:cxnLst/>
                <a:rect l="l" t="t" r="r" b="b"/>
                <a:pathLst>
                  <a:path w="135" h="451" extrusionOk="0">
                    <a:moveTo>
                      <a:pt x="45" y="0"/>
                    </a:moveTo>
                    <a:lnTo>
                      <a:pt x="63" y="2"/>
                    </a:lnTo>
                    <a:lnTo>
                      <a:pt x="77" y="12"/>
                    </a:lnTo>
                    <a:lnTo>
                      <a:pt x="85" y="25"/>
                    </a:lnTo>
                    <a:lnTo>
                      <a:pt x="92" y="44"/>
                    </a:lnTo>
                    <a:lnTo>
                      <a:pt x="101" y="74"/>
                    </a:lnTo>
                    <a:lnTo>
                      <a:pt x="109" y="109"/>
                    </a:lnTo>
                    <a:lnTo>
                      <a:pt x="113" y="138"/>
                    </a:lnTo>
                    <a:lnTo>
                      <a:pt x="115" y="166"/>
                    </a:lnTo>
                    <a:lnTo>
                      <a:pt x="111" y="183"/>
                    </a:lnTo>
                    <a:lnTo>
                      <a:pt x="108" y="198"/>
                    </a:lnTo>
                    <a:lnTo>
                      <a:pt x="101" y="216"/>
                    </a:lnTo>
                    <a:lnTo>
                      <a:pt x="84" y="237"/>
                    </a:lnTo>
                    <a:lnTo>
                      <a:pt x="64" y="261"/>
                    </a:lnTo>
                    <a:lnTo>
                      <a:pt x="53" y="282"/>
                    </a:lnTo>
                    <a:lnTo>
                      <a:pt x="43" y="300"/>
                    </a:lnTo>
                    <a:lnTo>
                      <a:pt x="38" y="317"/>
                    </a:lnTo>
                    <a:lnTo>
                      <a:pt x="34" y="341"/>
                    </a:lnTo>
                    <a:lnTo>
                      <a:pt x="33" y="360"/>
                    </a:lnTo>
                    <a:lnTo>
                      <a:pt x="35" y="372"/>
                    </a:lnTo>
                    <a:lnTo>
                      <a:pt x="45" y="383"/>
                    </a:lnTo>
                    <a:lnTo>
                      <a:pt x="60" y="389"/>
                    </a:lnTo>
                    <a:lnTo>
                      <a:pt x="79" y="393"/>
                    </a:lnTo>
                    <a:lnTo>
                      <a:pt x="99" y="400"/>
                    </a:lnTo>
                    <a:lnTo>
                      <a:pt x="116" y="410"/>
                    </a:lnTo>
                    <a:lnTo>
                      <a:pt x="131" y="423"/>
                    </a:lnTo>
                    <a:lnTo>
                      <a:pt x="133" y="432"/>
                    </a:lnTo>
                    <a:lnTo>
                      <a:pt x="135" y="442"/>
                    </a:lnTo>
                    <a:lnTo>
                      <a:pt x="126" y="448"/>
                    </a:lnTo>
                    <a:lnTo>
                      <a:pt x="115" y="451"/>
                    </a:lnTo>
                    <a:lnTo>
                      <a:pt x="103" y="446"/>
                    </a:lnTo>
                    <a:lnTo>
                      <a:pt x="96" y="436"/>
                    </a:lnTo>
                    <a:lnTo>
                      <a:pt x="93" y="436"/>
                    </a:lnTo>
                    <a:lnTo>
                      <a:pt x="85" y="424"/>
                    </a:lnTo>
                    <a:lnTo>
                      <a:pt x="73" y="414"/>
                    </a:lnTo>
                    <a:lnTo>
                      <a:pt x="60" y="411"/>
                    </a:lnTo>
                    <a:lnTo>
                      <a:pt x="42" y="408"/>
                    </a:lnTo>
                    <a:lnTo>
                      <a:pt x="26" y="406"/>
                    </a:lnTo>
                    <a:lnTo>
                      <a:pt x="12" y="402"/>
                    </a:lnTo>
                    <a:lnTo>
                      <a:pt x="5" y="395"/>
                    </a:lnTo>
                    <a:lnTo>
                      <a:pt x="2" y="389"/>
                    </a:lnTo>
                    <a:lnTo>
                      <a:pt x="0" y="377"/>
                    </a:lnTo>
                    <a:lnTo>
                      <a:pt x="4" y="362"/>
                    </a:lnTo>
                    <a:lnTo>
                      <a:pt x="10" y="339"/>
                    </a:lnTo>
                    <a:lnTo>
                      <a:pt x="15" y="304"/>
                    </a:lnTo>
                    <a:lnTo>
                      <a:pt x="21" y="277"/>
                    </a:lnTo>
                    <a:lnTo>
                      <a:pt x="33" y="253"/>
                    </a:lnTo>
                    <a:lnTo>
                      <a:pt x="46" y="229"/>
                    </a:lnTo>
                    <a:lnTo>
                      <a:pt x="60" y="210"/>
                    </a:lnTo>
                    <a:lnTo>
                      <a:pt x="70" y="191"/>
                    </a:lnTo>
                    <a:lnTo>
                      <a:pt x="72" y="176"/>
                    </a:lnTo>
                    <a:lnTo>
                      <a:pt x="73" y="162"/>
                    </a:lnTo>
                    <a:lnTo>
                      <a:pt x="71" y="145"/>
                    </a:lnTo>
                    <a:lnTo>
                      <a:pt x="63" y="121"/>
                    </a:lnTo>
                    <a:lnTo>
                      <a:pt x="50" y="91"/>
                    </a:lnTo>
                    <a:lnTo>
                      <a:pt x="40" y="63"/>
                    </a:lnTo>
                    <a:lnTo>
                      <a:pt x="31" y="41"/>
                    </a:lnTo>
                    <a:lnTo>
                      <a:pt x="26" y="21"/>
                    </a:lnTo>
                    <a:lnTo>
                      <a:pt x="30" y="8"/>
                    </a:lnTo>
                    <a:lnTo>
                      <a:pt x="36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83" name="Google Shape;183;p3"/>
              <p:cNvSpPr/>
              <p:nvPr/>
            </p:nvSpPr>
            <p:spPr>
              <a:xfrm>
                <a:off x="2360" y="3626"/>
                <a:ext cx="187" cy="44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440" extrusionOk="0">
                    <a:moveTo>
                      <a:pt x="99" y="50"/>
                    </a:moveTo>
                    <a:lnTo>
                      <a:pt x="113" y="31"/>
                    </a:lnTo>
                    <a:lnTo>
                      <a:pt x="126" y="8"/>
                    </a:lnTo>
                    <a:lnTo>
                      <a:pt x="146" y="0"/>
                    </a:lnTo>
                    <a:lnTo>
                      <a:pt x="173" y="6"/>
                    </a:lnTo>
                    <a:lnTo>
                      <a:pt x="187" y="30"/>
                    </a:lnTo>
                    <a:lnTo>
                      <a:pt x="187" y="33"/>
                    </a:lnTo>
                    <a:lnTo>
                      <a:pt x="182" y="52"/>
                    </a:lnTo>
                    <a:lnTo>
                      <a:pt x="168" y="63"/>
                    </a:lnTo>
                    <a:lnTo>
                      <a:pt x="146" y="81"/>
                    </a:lnTo>
                    <a:lnTo>
                      <a:pt x="129" y="101"/>
                    </a:lnTo>
                    <a:lnTo>
                      <a:pt x="120" y="124"/>
                    </a:lnTo>
                    <a:lnTo>
                      <a:pt x="114" y="152"/>
                    </a:lnTo>
                    <a:lnTo>
                      <a:pt x="110" y="175"/>
                    </a:lnTo>
                    <a:lnTo>
                      <a:pt x="110" y="207"/>
                    </a:lnTo>
                    <a:lnTo>
                      <a:pt x="114" y="226"/>
                    </a:lnTo>
                    <a:lnTo>
                      <a:pt x="122" y="256"/>
                    </a:lnTo>
                    <a:lnTo>
                      <a:pt x="133" y="289"/>
                    </a:lnTo>
                    <a:lnTo>
                      <a:pt x="140" y="320"/>
                    </a:lnTo>
                    <a:lnTo>
                      <a:pt x="145" y="354"/>
                    </a:lnTo>
                    <a:lnTo>
                      <a:pt x="145" y="380"/>
                    </a:lnTo>
                    <a:lnTo>
                      <a:pt x="140" y="392"/>
                    </a:lnTo>
                    <a:lnTo>
                      <a:pt x="132" y="399"/>
                    </a:lnTo>
                    <a:lnTo>
                      <a:pt x="122" y="402"/>
                    </a:lnTo>
                    <a:lnTo>
                      <a:pt x="107" y="402"/>
                    </a:lnTo>
                    <a:lnTo>
                      <a:pt x="83" y="404"/>
                    </a:lnTo>
                    <a:lnTo>
                      <a:pt x="54" y="415"/>
                    </a:lnTo>
                    <a:lnTo>
                      <a:pt x="28" y="430"/>
                    </a:lnTo>
                    <a:lnTo>
                      <a:pt x="17" y="440"/>
                    </a:lnTo>
                    <a:lnTo>
                      <a:pt x="6" y="437"/>
                    </a:lnTo>
                    <a:lnTo>
                      <a:pt x="1" y="426"/>
                    </a:lnTo>
                    <a:lnTo>
                      <a:pt x="0" y="414"/>
                    </a:lnTo>
                    <a:lnTo>
                      <a:pt x="1" y="404"/>
                    </a:lnTo>
                    <a:lnTo>
                      <a:pt x="6" y="396"/>
                    </a:lnTo>
                    <a:lnTo>
                      <a:pt x="30" y="388"/>
                    </a:lnTo>
                    <a:lnTo>
                      <a:pt x="60" y="382"/>
                    </a:lnTo>
                    <a:lnTo>
                      <a:pt x="86" y="377"/>
                    </a:lnTo>
                    <a:lnTo>
                      <a:pt x="102" y="371"/>
                    </a:lnTo>
                    <a:lnTo>
                      <a:pt x="111" y="369"/>
                    </a:lnTo>
                    <a:lnTo>
                      <a:pt x="117" y="363"/>
                    </a:lnTo>
                    <a:lnTo>
                      <a:pt x="120" y="354"/>
                    </a:lnTo>
                    <a:lnTo>
                      <a:pt x="121" y="341"/>
                    </a:lnTo>
                    <a:lnTo>
                      <a:pt x="118" y="322"/>
                    </a:lnTo>
                    <a:lnTo>
                      <a:pt x="113" y="300"/>
                    </a:lnTo>
                    <a:lnTo>
                      <a:pt x="101" y="274"/>
                    </a:lnTo>
                    <a:lnTo>
                      <a:pt x="86" y="248"/>
                    </a:lnTo>
                    <a:lnTo>
                      <a:pt x="77" y="227"/>
                    </a:lnTo>
                    <a:lnTo>
                      <a:pt x="71" y="204"/>
                    </a:lnTo>
                    <a:lnTo>
                      <a:pt x="68" y="181"/>
                    </a:lnTo>
                    <a:lnTo>
                      <a:pt x="69" y="156"/>
                    </a:lnTo>
                    <a:lnTo>
                      <a:pt x="72" y="128"/>
                    </a:lnTo>
                    <a:lnTo>
                      <a:pt x="79" y="101"/>
                    </a:lnTo>
                    <a:lnTo>
                      <a:pt x="87" y="72"/>
                    </a:lnTo>
                    <a:lnTo>
                      <a:pt x="99" y="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84" name="Google Shape;184;p3"/>
            <p:cNvSpPr/>
            <p:nvPr/>
          </p:nvSpPr>
          <p:spPr>
            <a:xfrm>
              <a:off x="1473" y="3079"/>
              <a:ext cx="265" cy="224"/>
            </a:xfrm>
            <a:custGeom>
              <a:avLst/>
              <a:gdLst/>
              <a:ahLst/>
              <a:cxnLst/>
              <a:rect l="l" t="t" r="r" b="b"/>
              <a:pathLst>
                <a:path w="265" h="224" extrusionOk="0">
                  <a:moveTo>
                    <a:pt x="179" y="100"/>
                  </a:moveTo>
                  <a:lnTo>
                    <a:pt x="166" y="68"/>
                  </a:lnTo>
                  <a:lnTo>
                    <a:pt x="151" y="45"/>
                  </a:lnTo>
                  <a:lnTo>
                    <a:pt x="132" y="24"/>
                  </a:lnTo>
                  <a:lnTo>
                    <a:pt x="114" y="6"/>
                  </a:lnTo>
                  <a:lnTo>
                    <a:pt x="99" y="2"/>
                  </a:lnTo>
                  <a:lnTo>
                    <a:pt x="76" y="0"/>
                  </a:lnTo>
                  <a:lnTo>
                    <a:pt x="73" y="0"/>
                  </a:lnTo>
                  <a:lnTo>
                    <a:pt x="52" y="6"/>
                  </a:lnTo>
                  <a:lnTo>
                    <a:pt x="30" y="20"/>
                  </a:lnTo>
                  <a:lnTo>
                    <a:pt x="14" y="41"/>
                  </a:lnTo>
                  <a:lnTo>
                    <a:pt x="5" y="64"/>
                  </a:lnTo>
                  <a:lnTo>
                    <a:pt x="0" y="92"/>
                  </a:lnTo>
                  <a:lnTo>
                    <a:pt x="4" y="122"/>
                  </a:lnTo>
                  <a:lnTo>
                    <a:pt x="13" y="153"/>
                  </a:lnTo>
                  <a:lnTo>
                    <a:pt x="27" y="185"/>
                  </a:lnTo>
                  <a:lnTo>
                    <a:pt x="41" y="203"/>
                  </a:lnTo>
                  <a:lnTo>
                    <a:pt x="57" y="214"/>
                  </a:lnTo>
                  <a:lnTo>
                    <a:pt x="72" y="221"/>
                  </a:lnTo>
                  <a:lnTo>
                    <a:pt x="93" y="224"/>
                  </a:lnTo>
                  <a:lnTo>
                    <a:pt x="115" y="221"/>
                  </a:lnTo>
                  <a:lnTo>
                    <a:pt x="135" y="216"/>
                  </a:lnTo>
                  <a:lnTo>
                    <a:pt x="151" y="207"/>
                  </a:lnTo>
                  <a:lnTo>
                    <a:pt x="162" y="194"/>
                  </a:lnTo>
                  <a:lnTo>
                    <a:pt x="171" y="176"/>
                  </a:lnTo>
                  <a:lnTo>
                    <a:pt x="177" y="156"/>
                  </a:lnTo>
                  <a:lnTo>
                    <a:pt x="179" y="132"/>
                  </a:lnTo>
                  <a:lnTo>
                    <a:pt x="214" y="138"/>
                  </a:lnTo>
                  <a:lnTo>
                    <a:pt x="249" y="141"/>
                  </a:lnTo>
                  <a:lnTo>
                    <a:pt x="259" y="138"/>
                  </a:lnTo>
                  <a:lnTo>
                    <a:pt x="265" y="130"/>
                  </a:lnTo>
                  <a:lnTo>
                    <a:pt x="262" y="116"/>
                  </a:lnTo>
                  <a:lnTo>
                    <a:pt x="253" y="106"/>
                  </a:lnTo>
                  <a:lnTo>
                    <a:pt x="235" y="103"/>
                  </a:lnTo>
                  <a:lnTo>
                    <a:pt x="206" y="105"/>
                  </a:lnTo>
                  <a:lnTo>
                    <a:pt x="202" y="105"/>
                  </a:lnTo>
                  <a:lnTo>
                    <a:pt x="186" y="102"/>
                  </a:lnTo>
                  <a:lnTo>
                    <a:pt x="179" y="1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185" name="Google Shape;185;p3"/>
            <p:cNvGrpSpPr/>
            <p:nvPr/>
          </p:nvGrpSpPr>
          <p:grpSpPr>
            <a:xfrm>
              <a:off x="1480" y="3339"/>
              <a:ext cx="658" cy="750"/>
              <a:chOff x="1480" y="3339"/>
              <a:chExt cx="658" cy="750"/>
            </a:xfrm>
          </p:grpSpPr>
          <p:sp>
            <p:nvSpPr>
              <p:cNvPr id="186" name="Google Shape;186;p3"/>
              <p:cNvSpPr/>
              <p:nvPr/>
            </p:nvSpPr>
            <p:spPr>
              <a:xfrm>
                <a:off x="1536" y="3339"/>
                <a:ext cx="183" cy="354"/>
              </a:xfrm>
              <a:custGeom>
                <a:avLst/>
                <a:gdLst/>
                <a:ahLst/>
                <a:cxnLst/>
                <a:rect l="l" t="t" r="r" b="b"/>
                <a:pathLst>
                  <a:path w="183" h="354" extrusionOk="0">
                    <a:moveTo>
                      <a:pt x="0" y="40"/>
                    </a:moveTo>
                    <a:lnTo>
                      <a:pt x="6" y="22"/>
                    </a:lnTo>
                    <a:lnTo>
                      <a:pt x="15" y="13"/>
                    </a:lnTo>
                    <a:lnTo>
                      <a:pt x="28" y="5"/>
                    </a:lnTo>
                    <a:lnTo>
                      <a:pt x="49" y="0"/>
                    </a:lnTo>
                    <a:lnTo>
                      <a:pt x="70" y="0"/>
                    </a:lnTo>
                    <a:lnTo>
                      <a:pt x="86" y="3"/>
                    </a:lnTo>
                    <a:lnTo>
                      <a:pt x="104" y="16"/>
                    </a:lnTo>
                    <a:lnTo>
                      <a:pt x="121" y="33"/>
                    </a:lnTo>
                    <a:lnTo>
                      <a:pt x="140" y="52"/>
                    </a:lnTo>
                    <a:lnTo>
                      <a:pt x="155" y="77"/>
                    </a:lnTo>
                    <a:lnTo>
                      <a:pt x="169" y="102"/>
                    </a:lnTo>
                    <a:lnTo>
                      <a:pt x="177" y="127"/>
                    </a:lnTo>
                    <a:lnTo>
                      <a:pt x="182" y="154"/>
                    </a:lnTo>
                    <a:lnTo>
                      <a:pt x="183" y="178"/>
                    </a:lnTo>
                    <a:lnTo>
                      <a:pt x="183" y="204"/>
                    </a:lnTo>
                    <a:lnTo>
                      <a:pt x="181" y="239"/>
                    </a:lnTo>
                    <a:lnTo>
                      <a:pt x="177" y="273"/>
                    </a:lnTo>
                    <a:lnTo>
                      <a:pt x="169" y="304"/>
                    </a:lnTo>
                    <a:lnTo>
                      <a:pt x="158" y="324"/>
                    </a:lnTo>
                    <a:lnTo>
                      <a:pt x="144" y="337"/>
                    </a:lnTo>
                    <a:lnTo>
                      <a:pt x="126" y="346"/>
                    </a:lnTo>
                    <a:lnTo>
                      <a:pt x="109" y="351"/>
                    </a:lnTo>
                    <a:lnTo>
                      <a:pt x="89" y="354"/>
                    </a:lnTo>
                    <a:lnTo>
                      <a:pt x="68" y="353"/>
                    </a:lnTo>
                    <a:lnTo>
                      <a:pt x="52" y="346"/>
                    </a:lnTo>
                    <a:lnTo>
                      <a:pt x="38" y="332"/>
                    </a:lnTo>
                    <a:lnTo>
                      <a:pt x="30" y="315"/>
                    </a:lnTo>
                    <a:lnTo>
                      <a:pt x="24" y="293"/>
                    </a:lnTo>
                    <a:lnTo>
                      <a:pt x="19" y="269"/>
                    </a:lnTo>
                    <a:lnTo>
                      <a:pt x="24" y="249"/>
                    </a:lnTo>
                    <a:lnTo>
                      <a:pt x="30" y="228"/>
                    </a:lnTo>
                    <a:lnTo>
                      <a:pt x="40" y="210"/>
                    </a:lnTo>
                    <a:lnTo>
                      <a:pt x="48" y="192"/>
                    </a:lnTo>
                    <a:lnTo>
                      <a:pt x="49" y="172"/>
                    </a:lnTo>
                    <a:lnTo>
                      <a:pt x="47" y="149"/>
                    </a:lnTo>
                    <a:lnTo>
                      <a:pt x="38" y="127"/>
                    </a:lnTo>
                    <a:lnTo>
                      <a:pt x="28" y="108"/>
                    </a:lnTo>
                    <a:lnTo>
                      <a:pt x="12" y="85"/>
                    </a:lnTo>
                    <a:lnTo>
                      <a:pt x="7" y="73"/>
                    </a:lnTo>
                    <a:lnTo>
                      <a:pt x="2" y="60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87" name="Google Shape;187;p3"/>
              <p:cNvSpPr/>
              <p:nvPr/>
            </p:nvSpPr>
            <p:spPr>
              <a:xfrm>
                <a:off x="1588" y="3376"/>
                <a:ext cx="550" cy="308"/>
              </a:xfrm>
              <a:custGeom>
                <a:avLst/>
                <a:gdLst/>
                <a:ahLst/>
                <a:cxnLst/>
                <a:rect l="l" t="t" r="r" b="b"/>
                <a:pathLst>
                  <a:path w="550" h="308" extrusionOk="0">
                    <a:moveTo>
                      <a:pt x="46" y="11"/>
                    </a:moveTo>
                    <a:lnTo>
                      <a:pt x="25" y="0"/>
                    </a:lnTo>
                    <a:lnTo>
                      <a:pt x="9" y="6"/>
                    </a:lnTo>
                    <a:lnTo>
                      <a:pt x="0" y="24"/>
                    </a:lnTo>
                    <a:lnTo>
                      <a:pt x="6" y="44"/>
                    </a:lnTo>
                    <a:lnTo>
                      <a:pt x="8" y="47"/>
                    </a:lnTo>
                    <a:lnTo>
                      <a:pt x="21" y="64"/>
                    </a:lnTo>
                    <a:lnTo>
                      <a:pt x="54" y="94"/>
                    </a:lnTo>
                    <a:lnTo>
                      <a:pt x="93" y="120"/>
                    </a:lnTo>
                    <a:lnTo>
                      <a:pt x="139" y="149"/>
                    </a:lnTo>
                    <a:lnTo>
                      <a:pt x="188" y="188"/>
                    </a:lnTo>
                    <a:lnTo>
                      <a:pt x="228" y="217"/>
                    </a:lnTo>
                    <a:lnTo>
                      <a:pt x="267" y="234"/>
                    </a:lnTo>
                    <a:lnTo>
                      <a:pt x="293" y="241"/>
                    </a:lnTo>
                    <a:lnTo>
                      <a:pt x="348" y="245"/>
                    </a:lnTo>
                    <a:lnTo>
                      <a:pt x="395" y="247"/>
                    </a:lnTo>
                    <a:lnTo>
                      <a:pt x="426" y="249"/>
                    </a:lnTo>
                    <a:lnTo>
                      <a:pt x="455" y="255"/>
                    </a:lnTo>
                    <a:lnTo>
                      <a:pt x="473" y="264"/>
                    </a:lnTo>
                    <a:lnTo>
                      <a:pt x="488" y="280"/>
                    </a:lnTo>
                    <a:lnTo>
                      <a:pt x="500" y="291"/>
                    </a:lnTo>
                    <a:lnTo>
                      <a:pt x="514" y="302"/>
                    </a:lnTo>
                    <a:lnTo>
                      <a:pt x="523" y="308"/>
                    </a:lnTo>
                    <a:lnTo>
                      <a:pt x="532" y="307"/>
                    </a:lnTo>
                    <a:lnTo>
                      <a:pt x="536" y="295"/>
                    </a:lnTo>
                    <a:lnTo>
                      <a:pt x="533" y="285"/>
                    </a:lnTo>
                    <a:lnTo>
                      <a:pt x="518" y="276"/>
                    </a:lnTo>
                    <a:lnTo>
                      <a:pt x="495" y="265"/>
                    </a:lnTo>
                    <a:lnTo>
                      <a:pt x="486" y="256"/>
                    </a:lnTo>
                    <a:lnTo>
                      <a:pt x="490" y="252"/>
                    </a:lnTo>
                    <a:lnTo>
                      <a:pt x="501" y="254"/>
                    </a:lnTo>
                    <a:lnTo>
                      <a:pt x="524" y="265"/>
                    </a:lnTo>
                    <a:lnTo>
                      <a:pt x="540" y="270"/>
                    </a:lnTo>
                    <a:lnTo>
                      <a:pt x="549" y="268"/>
                    </a:lnTo>
                    <a:lnTo>
                      <a:pt x="550" y="260"/>
                    </a:lnTo>
                    <a:lnTo>
                      <a:pt x="545" y="248"/>
                    </a:lnTo>
                    <a:lnTo>
                      <a:pt x="529" y="245"/>
                    </a:lnTo>
                    <a:lnTo>
                      <a:pt x="502" y="240"/>
                    </a:lnTo>
                    <a:lnTo>
                      <a:pt x="497" y="234"/>
                    </a:lnTo>
                    <a:lnTo>
                      <a:pt x="498" y="224"/>
                    </a:lnTo>
                    <a:lnTo>
                      <a:pt x="510" y="208"/>
                    </a:lnTo>
                    <a:lnTo>
                      <a:pt x="517" y="194"/>
                    </a:lnTo>
                    <a:lnTo>
                      <a:pt x="514" y="190"/>
                    </a:lnTo>
                    <a:lnTo>
                      <a:pt x="506" y="183"/>
                    </a:lnTo>
                    <a:lnTo>
                      <a:pt x="502" y="183"/>
                    </a:lnTo>
                    <a:lnTo>
                      <a:pt x="497" y="184"/>
                    </a:lnTo>
                    <a:lnTo>
                      <a:pt x="489" y="186"/>
                    </a:lnTo>
                    <a:lnTo>
                      <a:pt x="484" y="201"/>
                    </a:lnTo>
                    <a:lnTo>
                      <a:pt x="479" y="220"/>
                    </a:lnTo>
                    <a:lnTo>
                      <a:pt x="471" y="232"/>
                    </a:lnTo>
                    <a:lnTo>
                      <a:pt x="459" y="233"/>
                    </a:lnTo>
                    <a:lnTo>
                      <a:pt x="423" y="224"/>
                    </a:lnTo>
                    <a:lnTo>
                      <a:pt x="383" y="217"/>
                    </a:lnTo>
                    <a:lnTo>
                      <a:pt x="339" y="211"/>
                    </a:lnTo>
                    <a:lnTo>
                      <a:pt x="292" y="201"/>
                    </a:lnTo>
                    <a:lnTo>
                      <a:pt x="264" y="193"/>
                    </a:lnTo>
                    <a:lnTo>
                      <a:pt x="236" y="180"/>
                    </a:lnTo>
                    <a:lnTo>
                      <a:pt x="194" y="143"/>
                    </a:lnTo>
                    <a:lnTo>
                      <a:pt x="160" y="108"/>
                    </a:lnTo>
                    <a:lnTo>
                      <a:pt x="136" y="86"/>
                    </a:lnTo>
                    <a:lnTo>
                      <a:pt x="104" y="63"/>
                    </a:lnTo>
                    <a:lnTo>
                      <a:pt x="61" y="23"/>
                    </a:lnTo>
                    <a:lnTo>
                      <a:pt x="46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88" name="Google Shape;188;p3"/>
              <p:cNvSpPr/>
              <p:nvPr/>
            </p:nvSpPr>
            <p:spPr>
              <a:xfrm>
                <a:off x="1623" y="3631"/>
                <a:ext cx="168" cy="441"/>
              </a:xfrm>
              <a:custGeom>
                <a:avLst/>
                <a:gdLst/>
                <a:ahLst/>
                <a:cxnLst/>
                <a:rect l="l" t="t" r="r" b="b"/>
                <a:pathLst>
                  <a:path w="168" h="441" extrusionOk="0">
                    <a:moveTo>
                      <a:pt x="19" y="2"/>
                    </a:moveTo>
                    <a:lnTo>
                      <a:pt x="39" y="4"/>
                    </a:lnTo>
                    <a:lnTo>
                      <a:pt x="54" y="12"/>
                    </a:lnTo>
                    <a:lnTo>
                      <a:pt x="62" y="25"/>
                    </a:lnTo>
                    <a:lnTo>
                      <a:pt x="78" y="51"/>
                    </a:lnTo>
                    <a:lnTo>
                      <a:pt x="99" y="87"/>
                    </a:lnTo>
                    <a:lnTo>
                      <a:pt x="113" y="118"/>
                    </a:lnTo>
                    <a:lnTo>
                      <a:pt x="126" y="150"/>
                    </a:lnTo>
                    <a:lnTo>
                      <a:pt x="133" y="174"/>
                    </a:lnTo>
                    <a:lnTo>
                      <a:pt x="134" y="187"/>
                    </a:lnTo>
                    <a:lnTo>
                      <a:pt x="135" y="198"/>
                    </a:lnTo>
                    <a:lnTo>
                      <a:pt x="132" y="211"/>
                    </a:lnTo>
                    <a:lnTo>
                      <a:pt x="125" y="229"/>
                    </a:lnTo>
                    <a:lnTo>
                      <a:pt x="109" y="257"/>
                    </a:lnTo>
                    <a:lnTo>
                      <a:pt x="89" y="287"/>
                    </a:lnTo>
                    <a:lnTo>
                      <a:pt x="73" y="311"/>
                    </a:lnTo>
                    <a:lnTo>
                      <a:pt x="65" y="329"/>
                    </a:lnTo>
                    <a:lnTo>
                      <a:pt x="55" y="350"/>
                    </a:lnTo>
                    <a:lnTo>
                      <a:pt x="53" y="361"/>
                    </a:lnTo>
                    <a:lnTo>
                      <a:pt x="58" y="367"/>
                    </a:lnTo>
                    <a:lnTo>
                      <a:pt x="76" y="370"/>
                    </a:lnTo>
                    <a:lnTo>
                      <a:pt x="106" y="373"/>
                    </a:lnTo>
                    <a:lnTo>
                      <a:pt x="130" y="381"/>
                    </a:lnTo>
                    <a:lnTo>
                      <a:pt x="153" y="395"/>
                    </a:lnTo>
                    <a:lnTo>
                      <a:pt x="165" y="409"/>
                    </a:lnTo>
                    <a:lnTo>
                      <a:pt x="168" y="419"/>
                    </a:lnTo>
                    <a:lnTo>
                      <a:pt x="168" y="422"/>
                    </a:lnTo>
                    <a:lnTo>
                      <a:pt x="165" y="430"/>
                    </a:lnTo>
                    <a:lnTo>
                      <a:pt x="155" y="439"/>
                    </a:lnTo>
                    <a:lnTo>
                      <a:pt x="141" y="441"/>
                    </a:lnTo>
                    <a:lnTo>
                      <a:pt x="122" y="426"/>
                    </a:lnTo>
                    <a:lnTo>
                      <a:pt x="114" y="411"/>
                    </a:lnTo>
                    <a:lnTo>
                      <a:pt x="99" y="399"/>
                    </a:lnTo>
                    <a:lnTo>
                      <a:pt x="81" y="393"/>
                    </a:lnTo>
                    <a:lnTo>
                      <a:pt x="51" y="392"/>
                    </a:lnTo>
                    <a:lnTo>
                      <a:pt x="28" y="393"/>
                    </a:lnTo>
                    <a:lnTo>
                      <a:pt x="15" y="392"/>
                    </a:lnTo>
                    <a:lnTo>
                      <a:pt x="5" y="387"/>
                    </a:lnTo>
                    <a:lnTo>
                      <a:pt x="3" y="376"/>
                    </a:lnTo>
                    <a:lnTo>
                      <a:pt x="3" y="365"/>
                    </a:lnTo>
                    <a:lnTo>
                      <a:pt x="9" y="352"/>
                    </a:lnTo>
                    <a:lnTo>
                      <a:pt x="25" y="341"/>
                    </a:lnTo>
                    <a:lnTo>
                      <a:pt x="39" y="326"/>
                    </a:lnTo>
                    <a:lnTo>
                      <a:pt x="52" y="297"/>
                    </a:lnTo>
                    <a:lnTo>
                      <a:pt x="61" y="266"/>
                    </a:lnTo>
                    <a:lnTo>
                      <a:pt x="70" y="237"/>
                    </a:lnTo>
                    <a:lnTo>
                      <a:pt x="81" y="211"/>
                    </a:lnTo>
                    <a:lnTo>
                      <a:pt x="87" y="192"/>
                    </a:lnTo>
                    <a:lnTo>
                      <a:pt x="86" y="180"/>
                    </a:lnTo>
                    <a:lnTo>
                      <a:pt x="81" y="160"/>
                    </a:lnTo>
                    <a:lnTo>
                      <a:pt x="59" y="117"/>
                    </a:lnTo>
                    <a:lnTo>
                      <a:pt x="33" y="78"/>
                    </a:lnTo>
                    <a:lnTo>
                      <a:pt x="10" y="44"/>
                    </a:lnTo>
                    <a:lnTo>
                      <a:pt x="2" y="25"/>
                    </a:lnTo>
                    <a:lnTo>
                      <a:pt x="0" y="9"/>
                    </a:lnTo>
                    <a:lnTo>
                      <a:pt x="11" y="0"/>
                    </a:lnTo>
                    <a:lnTo>
                      <a:pt x="19" y="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89" name="Google Shape;189;p3"/>
              <p:cNvSpPr/>
              <p:nvPr/>
            </p:nvSpPr>
            <p:spPr>
              <a:xfrm>
                <a:off x="1480" y="3625"/>
                <a:ext cx="175" cy="464"/>
              </a:xfrm>
              <a:custGeom>
                <a:avLst/>
                <a:gdLst/>
                <a:ahLst/>
                <a:cxnLst/>
                <a:rect l="l" t="t" r="r" b="b"/>
                <a:pathLst>
                  <a:path w="175" h="464" extrusionOk="0">
                    <a:moveTo>
                      <a:pt x="131" y="14"/>
                    </a:moveTo>
                    <a:lnTo>
                      <a:pt x="147" y="38"/>
                    </a:lnTo>
                    <a:lnTo>
                      <a:pt x="152" y="55"/>
                    </a:lnTo>
                    <a:lnTo>
                      <a:pt x="164" y="92"/>
                    </a:lnTo>
                    <a:lnTo>
                      <a:pt x="171" y="126"/>
                    </a:lnTo>
                    <a:lnTo>
                      <a:pt x="175" y="158"/>
                    </a:lnTo>
                    <a:lnTo>
                      <a:pt x="175" y="183"/>
                    </a:lnTo>
                    <a:lnTo>
                      <a:pt x="173" y="198"/>
                    </a:lnTo>
                    <a:lnTo>
                      <a:pt x="169" y="219"/>
                    </a:lnTo>
                    <a:lnTo>
                      <a:pt x="159" y="238"/>
                    </a:lnTo>
                    <a:lnTo>
                      <a:pt x="148" y="252"/>
                    </a:lnTo>
                    <a:lnTo>
                      <a:pt x="132" y="269"/>
                    </a:lnTo>
                    <a:lnTo>
                      <a:pt x="110" y="294"/>
                    </a:lnTo>
                    <a:lnTo>
                      <a:pt x="85" y="319"/>
                    </a:lnTo>
                    <a:lnTo>
                      <a:pt x="62" y="346"/>
                    </a:lnTo>
                    <a:lnTo>
                      <a:pt x="50" y="365"/>
                    </a:lnTo>
                    <a:lnTo>
                      <a:pt x="47" y="379"/>
                    </a:lnTo>
                    <a:lnTo>
                      <a:pt x="45" y="389"/>
                    </a:lnTo>
                    <a:lnTo>
                      <a:pt x="48" y="397"/>
                    </a:lnTo>
                    <a:lnTo>
                      <a:pt x="56" y="404"/>
                    </a:lnTo>
                    <a:lnTo>
                      <a:pt x="67" y="408"/>
                    </a:lnTo>
                    <a:lnTo>
                      <a:pt x="94" y="413"/>
                    </a:lnTo>
                    <a:lnTo>
                      <a:pt x="127" y="422"/>
                    </a:lnTo>
                    <a:lnTo>
                      <a:pt x="152" y="431"/>
                    </a:lnTo>
                    <a:lnTo>
                      <a:pt x="158" y="436"/>
                    </a:lnTo>
                    <a:lnTo>
                      <a:pt x="157" y="442"/>
                    </a:lnTo>
                    <a:lnTo>
                      <a:pt x="156" y="446"/>
                    </a:lnTo>
                    <a:lnTo>
                      <a:pt x="146" y="454"/>
                    </a:lnTo>
                    <a:lnTo>
                      <a:pt x="118" y="464"/>
                    </a:lnTo>
                    <a:lnTo>
                      <a:pt x="104" y="459"/>
                    </a:lnTo>
                    <a:lnTo>
                      <a:pt x="93" y="450"/>
                    </a:lnTo>
                    <a:lnTo>
                      <a:pt x="71" y="436"/>
                    </a:lnTo>
                    <a:lnTo>
                      <a:pt x="53" y="428"/>
                    </a:lnTo>
                    <a:lnTo>
                      <a:pt x="33" y="425"/>
                    </a:lnTo>
                    <a:lnTo>
                      <a:pt x="29" y="426"/>
                    </a:lnTo>
                    <a:lnTo>
                      <a:pt x="11" y="425"/>
                    </a:lnTo>
                    <a:lnTo>
                      <a:pt x="0" y="418"/>
                    </a:lnTo>
                    <a:lnTo>
                      <a:pt x="2" y="404"/>
                    </a:lnTo>
                    <a:lnTo>
                      <a:pt x="3" y="392"/>
                    </a:lnTo>
                    <a:lnTo>
                      <a:pt x="12" y="379"/>
                    </a:lnTo>
                    <a:lnTo>
                      <a:pt x="22" y="364"/>
                    </a:lnTo>
                    <a:lnTo>
                      <a:pt x="35" y="342"/>
                    </a:lnTo>
                    <a:lnTo>
                      <a:pt x="48" y="312"/>
                    </a:lnTo>
                    <a:lnTo>
                      <a:pt x="59" y="286"/>
                    </a:lnTo>
                    <a:lnTo>
                      <a:pt x="75" y="261"/>
                    </a:lnTo>
                    <a:lnTo>
                      <a:pt x="93" y="242"/>
                    </a:lnTo>
                    <a:lnTo>
                      <a:pt x="114" y="222"/>
                    </a:lnTo>
                    <a:lnTo>
                      <a:pt x="128" y="204"/>
                    </a:lnTo>
                    <a:lnTo>
                      <a:pt x="133" y="193"/>
                    </a:lnTo>
                    <a:lnTo>
                      <a:pt x="135" y="175"/>
                    </a:lnTo>
                    <a:lnTo>
                      <a:pt x="123" y="130"/>
                    </a:lnTo>
                    <a:lnTo>
                      <a:pt x="110" y="92"/>
                    </a:lnTo>
                    <a:lnTo>
                      <a:pt x="100" y="52"/>
                    </a:lnTo>
                    <a:lnTo>
                      <a:pt x="95" y="33"/>
                    </a:lnTo>
                    <a:lnTo>
                      <a:pt x="93" y="18"/>
                    </a:lnTo>
                    <a:lnTo>
                      <a:pt x="101" y="3"/>
                    </a:lnTo>
                    <a:lnTo>
                      <a:pt x="113" y="0"/>
                    </a:lnTo>
                    <a:lnTo>
                      <a:pt x="125" y="5"/>
                    </a:lnTo>
                    <a:lnTo>
                      <a:pt x="131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41705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50283"/>
              </a:buClr>
              <a:buSzPts val="4000"/>
              <a:buFont typeface="Montserrat"/>
              <a:buNone/>
            </a:pPr>
            <a:r>
              <a:rPr lang="es-ES"/>
              <a:t>Arrays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5" name="Google Shape;195;p4"/>
          <p:cNvSpPr txBox="1">
            <a:spLocks noGrp="1"/>
          </p:cNvSpPr>
          <p:nvPr>
            <p:ph type="sldNum" idx="12"/>
          </p:nvPr>
        </p:nvSpPr>
        <p:spPr>
          <a:xfrm>
            <a:off x="0" y="6356350"/>
            <a:ext cx="5481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4</a:t>
            </a:fld>
            <a:endParaRPr/>
          </a:p>
        </p:txBody>
      </p:sp>
      <p:sp>
        <p:nvSpPr>
          <p:cNvPr id="196" name="Google Shape;196;p4"/>
          <p:cNvSpPr/>
          <p:nvPr/>
        </p:nvSpPr>
        <p:spPr>
          <a:xfrm>
            <a:off x="838200" y="1415076"/>
            <a:ext cx="10515600" cy="4145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Un </a:t>
            </a:r>
            <a:r>
              <a:rPr lang="es-ES" sz="1800" b="1">
                <a:solidFill>
                  <a:srgbClr val="D50283"/>
                </a:solidFill>
                <a:latin typeface="Open Sans"/>
                <a:ea typeface="Open Sans"/>
                <a:cs typeface="Open Sans"/>
                <a:sym typeface="Open Sans"/>
              </a:rPr>
              <a:t>vector</a:t>
            </a:r>
            <a:r>
              <a:rPr lang="es-E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o </a:t>
            </a:r>
            <a:r>
              <a:rPr lang="es-ES" sz="1800" b="1">
                <a:solidFill>
                  <a:srgbClr val="D50283"/>
                </a:solidFill>
                <a:latin typeface="Open Sans"/>
                <a:ea typeface="Open Sans"/>
                <a:cs typeface="Open Sans"/>
                <a:sym typeface="Open Sans"/>
              </a:rPr>
              <a:t>array</a:t>
            </a:r>
            <a:r>
              <a:rPr lang="es-E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és una col·lecció finita de dades </a:t>
            </a:r>
            <a:r>
              <a:rPr lang="es-ES" sz="1800" b="1">
                <a:solidFill>
                  <a:srgbClr val="D50283"/>
                </a:solidFill>
                <a:latin typeface="Open Sans"/>
                <a:ea typeface="Open Sans"/>
                <a:cs typeface="Open Sans"/>
                <a:sym typeface="Open Sans"/>
              </a:rPr>
              <a:t>del mateix tipus</a:t>
            </a:r>
            <a:r>
              <a:rPr lang="es-E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que s'emmagatzemen en posicions consecutives de memòria, </a:t>
            </a:r>
            <a:r>
              <a:rPr lang="es-ES" sz="1800">
                <a:solidFill>
                  <a:srgbClr val="D50283"/>
                </a:solidFill>
                <a:latin typeface="Open Sans"/>
                <a:ea typeface="Open Sans"/>
                <a:cs typeface="Open Sans"/>
                <a:sym typeface="Open Sans"/>
              </a:rPr>
              <a:t>reben un nom comú </a:t>
            </a:r>
            <a:r>
              <a:rPr lang="es-E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 </a:t>
            </a:r>
            <a:r>
              <a:rPr lang="es-ES" sz="1800">
                <a:solidFill>
                  <a:srgbClr val="D50283"/>
                </a:solidFill>
                <a:latin typeface="Open Sans"/>
                <a:ea typeface="Open Sans"/>
                <a:cs typeface="Open Sans"/>
                <a:sym typeface="Open Sans"/>
              </a:rPr>
              <a:t>permet</a:t>
            </a:r>
            <a:r>
              <a:rPr lang="es-E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 més </a:t>
            </a:r>
            <a:r>
              <a:rPr lang="es-ES" sz="1800">
                <a:solidFill>
                  <a:srgbClr val="D50283"/>
                </a:solidFill>
                <a:latin typeface="Open Sans"/>
                <a:ea typeface="Open Sans"/>
                <a:cs typeface="Open Sans"/>
                <a:sym typeface="Open Sans"/>
              </a:rPr>
              <a:t>la utilització individual dels seus elements</a:t>
            </a:r>
            <a:r>
              <a:rPr lang="es-E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És important destacar que la </a:t>
            </a:r>
            <a:r>
              <a:rPr lang="es-ES" sz="1800">
                <a:solidFill>
                  <a:srgbClr val="D50283"/>
                </a:solidFill>
                <a:latin typeface="Open Sans"/>
                <a:ea typeface="Open Sans"/>
                <a:cs typeface="Open Sans"/>
                <a:sym typeface="Open Sans"/>
              </a:rPr>
              <a:t>primera posició d’un array</a:t>
            </a:r>
            <a:r>
              <a:rPr lang="es-E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00">
                <a:solidFill>
                  <a:srgbClr val="D50283"/>
                </a:solidFill>
                <a:latin typeface="Open Sans"/>
                <a:ea typeface="Open Sans"/>
                <a:cs typeface="Open Sans"/>
                <a:sym typeface="Open Sans"/>
              </a:rPr>
              <a:t>sempre és la posició </a:t>
            </a:r>
            <a:r>
              <a:rPr lang="es-ES" sz="1800" b="1">
                <a:solidFill>
                  <a:srgbClr val="D50283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lang="es-E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Exemple: </a:t>
            </a:r>
            <a:r>
              <a:rPr lang="es-ES" sz="1800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alumnes</a:t>
            </a:r>
            <a:endParaRPr/>
          </a:p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97" name="Google Shape;197;p4"/>
          <p:cNvGraphicFramePr/>
          <p:nvPr>
            <p:extLst>
              <p:ext uri="{D42A27DB-BD31-4B8C-83A1-F6EECF244321}">
                <p14:modId xmlns:p14="http://schemas.microsoft.com/office/powerpoint/2010/main" val="278571850"/>
              </p:ext>
            </p:extLst>
          </p:nvPr>
        </p:nvGraphicFramePr>
        <p:xfrm>
          <a:off x="1485862" y="4042471"/>
          <a:ext cx="8128000" cy="7417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strike="noStrike" cap="none">
                          <a:solidFill>
                            <a:schemeClr val="dk1"/>
                          </a:solidFill>
                        </a:rPr>
                        <a:t>Pep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strike="noStrike" cap="none">
                          <a:solidFill>
                            <a:schemeClr val="dk1"/>
                          </a:solidFill>
                        </a:rPr>
                        <a:t>Paco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strike="noStrike" cap="none">
                          <a:solidFill>
                            <a:schemeClr val="dk1"/>
                          </a:solidFill>
                        </a:rPr>
                        <a:t>Lluïsa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strike="noStrike" cap="none">
                          <a:solidFill>
                            <a:schemeClr val="dk1"/>
                          </a:solidFill>
                        </a:rPr>
                        <a:t>Aina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strike="noStrike" cap="none">
                          <a:solidFill>
                            <a:schemeClr val="dk1"/>
                          </a:solidFill>
                        </a:rPr>
                        <a:t>Joan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strike="noStrike" cap="none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alumnes[0]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strike="noStrike" cap="none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alumnes[1]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strike="noStrike" cap="none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alumnes[2]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strike="noStrike" cap="none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alumnes[3]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strike="noStrike" cap="none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alumnes[4]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217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50283"/>
              </a:buClr>
              <a:buSzPts val="4000"/>
              <a:buFont typeface="Montserrat"/>
              <a:buNone/>
            </a:pPr>
            <a:r>
              <a:rPr lang="es-ES"/>
              <a:t>Utilitzar </a:t>
            </a:r>
            <a:r>
              <a:rPr lang="es-ES">
                <a:solidFill>
                  <a:schemeClr val="dk1"/>
                </a:solidFill>
              </a:rPr>
              <a:t>Arrays</a:t>
            </a:r>
            <a:endParaRPr/>
          </a:p>
        </p:txBody>
      </p:sp>
      <p:sp>
        <p:nvSpPr>
          <p:cNvPr id="211" name="Google Shape;211;p6"/>
          <p:cNvSpPr txBox="1">
            <a:spLocks noGrp="1"/>
          </p:cNvSpPr>
          <p:nvPr>
            <p:ph type="sldNum" idx="12"/>
          </p:nvPr>
        </p:nvSpPr>
        <p:spPr>
          <a:xfrm>
            <a:off x="0" y="6356350"/>
            <a:ext cx="5481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5</a:t>
            </a:fld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548148" y="1541818"/>
            <a:ext cx="5758543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Crearem el </a:t>
            </a:r>
            <a:r>
              <a:rPr lang="es-ES" sz="2000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array</a:t>
            </a:r>
            <a:r>
              <a:rPr lang="es-E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2000">
                <a:solidFill>
                  <a:srgbClr val="D50283"/>
                </a:solidFill>
                <a:latin typeface="Open Sans"/>
                <a:ea typeface="Open Sans"/>
                <a:cs typeface="Open Sans"/>
                <a:sym typeface="Open Sans"/>
              </a:rPr>
              <a:t>alumnes</a:t>
            </a:r>
            <a:r>
              <a:rPr lang="es-E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de la diapositiva 4</a:t>
            </a:r>
            <a:endParaRPr sz="2000"/>
          </a:p>
        </p:txBody>
      </p:sp>
      <p:sp>
        <p:nvSpPr>
          <p:cNvPr id="213" name="Google Shape;213;p6"/>
          <p:cNvSpPr/>
          <p:nvPr/>
        </p:nvSpPr>
        <p:spPr>
          <a:xfrm>
            <a:off x="548148" y="2341840"/>
            <a:ext cx="7010844" cy="330593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1C4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58700" rIns="0" bIns="158700" anchor="ctr" anchorCtr="0">
            <a:spAutoFit/>
          </a:bodyPr>
          <a:lstStyle/>
          <a:p>
            <a:pPr marL="0" marR="0" lvl="0" indent="0" algn="l" defTabSz="35401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5475"/>
              </a:buClr>
              <a:buSzPts val="1600"/>
              <a:buFont typeface="Consolas"/>
              <a:buNone/>
            </a:pPr>
            <a:r>
              <a:rPr lang="es-E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let </a:t>
            </a:r>
            <a:r>
              <a:rPr lang="es-ES" sz="1600" b="0" i="0" u="none" strike="noStrike" cap="none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alumnes</a:t>
            </a:r>
            <a:r>
              <a:rPr lang="es-E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600" i="0" u="none" strike="noStrike" cap="none"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lang="es-E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marL="0" marR="0" lvl="0" indent="0" algn="l" defTabSz="35401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endParaRPr sz="16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defTabSz="354013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600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alumnes</a:t>
            </a:r>
            <a:r>
              <a:rPr lang="es-E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.push(</a:t>
            </a:r>
            <a:r>
              <a:rPr lang="es-ES" sz="1600">
                <a:solidFill>
                  <a:srgbClr val="3333F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s-ES" sz="1600" b="0" i="0" u="none" strike="noStrike" cap="none">
                <a:solidFill>
                  <a:srgbClr val="3333FF"/>
                </a:solidFill>
                <a:latin typeface="Consolas"/>
                <a:ea typeface="Consolas"/>
                <a:cs typeface="Consolas"/>
                <a:sym typeface="Consolas"/>
              </a:rPr>
              <a:t>Pep"</a:t>
            </a:r>
            <a:r>
              <a:rPr lang="es-E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</a:t>
            </a:r>
            <a:endParaRPr/>
          </a:p>
          <a:p>
            <a:pPr marL="0" marR="0" lvl="0" indent="0" algn="l" defTabSz="354013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600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alumnes</a:t>
            </a:r>
            <a:r>
              <a:rPr lang="es-E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.push(</a:t>
            </a:r>
            <a:r>
              <a:rPr lang="es-ES" sz="1600">
                <a:solidFill>
                  <a:srgbClr val="3333F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s-ES" sz="1600" b="0" i="0" u="none" strike="noStrike" cap="none">
                <a:solidFill>
                  <a:srgbClr val="3333FF"/>
                </a:solidFill>
                <a:latin typeface="Consolas"/>
                <a:ea typeface="Consolas"/>
                <a:cs typeface="Consolas"/>
                <a:sym typeface="Consolas"/>
              </a:rPr>
              <a:t>Paco"</a:t>
            </a:r>
            <a:r>
              <a:rPr lang="es-E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</a:t>
            </a:r>
            <a:endParaRPr/>
          </a:p>
          <a:p>
            <a:pPr marL="0" marR="0" lvl="0" indent="0" algn="l" defTabSz="354013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600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alumnes</a:t>
            </a:r>
            <a:r>
              <a:rPr lang="es-E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.push(</a:t>
            </a:r>
            <a:r>
              <a:rPr lang="es-ES" sz="1600">
                <a:solidFill>
                  <a:srgbClr val="3333F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s-ES" sz="1600" b="0" i="0" u="none" strike="noStrike" cap="none">
                <a:solidFill>
                  <a:srgbClr val="3333FF"/>
                </a:solidFill>
                <a:latin typeface="Consolas"/>
                <a:ea typeface="Consolas"/>
                <a:cs typeface="Consolas"/>
                <a:sym typeface="Consolas"/>
              </a:rPr>
              <a:t>Aina"</a:t>
            </a:r>
            <a:r>
              <a:rPr lang="es-E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		</a:t>
            </a:r>
            <a:endParaRPr/>
          </a:p>
          <a:p>
            <a:pPr marL="0" marR="0" lvl="0" indent="0" algn="l" defTabSz="354013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600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alumnes</a:t>
            </a:r>
            <a:r>
              <a:rPr lang="es-E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.push(</a:t>
            </a:r>
            <a:r>
              <a:rPr lang="es-ES" sz="1600">
                <a:solidFill>
                  <a:srgbClr val="3333FF"/>
                </a:solidFill>
                <a:latin typeface="Consolas"/>
                <a:ea typeface="Consolas"/>
                <a:cs typeface="Consolas"/>
                <a:sym typeface="Consolas"/>
              </a:rPr>
              <a:t>“Lluïsa</a:t>
            </a:r>
            <a:r>
              <a:rPr lang="es-ES" sz="1600" b="0" i="0" u="none" strike="noStrike" cap="none">
                <a:solidFill>
                  <a:srgbClr val="3333F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s-E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marL="0" marR="0" lvl="0" indent="0" algn="l" defTabSz="354013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600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alumnes</a:t>
            </a: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.push(</a:t>
            </a:r>
            <a:r>
              <a:rPr lang="es-ES" sz="1600">
                <a:solidFill>
                  <a:srgbClr val="3333FF"/>
                </a:solidFill>
                <a:latin typeface="Consolas"/>
                <a:ea typeface="Consolas"/>
                <a:cs typeface="Consolas"/>
                <a:sym typeface="Consolas"/>
              </a:rPr>
              <a:t>"Joan"</a:t>
            </a: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</a:t>
            </a:r>
            <a:endParaRPr/>
          </a:p>
          <a:p>
            <a:pPr marL="0" marR="0" lvl="0" indent="0" algn="l" defTabSz="354013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</a:t>
            </a:r>
            <a:endParaRPr/>
          </a:p>
          <a:p>
            <a:pPr marL="0" marR="0" lvl="0" indent="0" algn="l" defTabSz="354013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defTabSz="354013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alert(</a:t>
            </a:r>
            <a:r>
              <a:rPr lang="es-ES" sz="1600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alumnes</a:t>
            </a:r>
            <a:r>
              <a:rPr lang="es-E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</a:p>
          <a:p>
            <a:pPr marL="0" marR="0" lvl="0" indent="0" algn="l" defTabSz="354013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sym typeface="Consolas"/>
              </a:rPr>
              <a:t>	</a:t>
            </a:r>
          </a:p>
          <a:p>
            <a:pPr lvl="0" defTabSz="354013"/>
            <a:r>
              <a:rPr lang="es-ES" sz="1600">
                <a:solidFill>
                  <a:schemeClr val="dk1"/>
                </a:solidFill>
                <a:latin typeface="Consolas"/>
                <a:sym typeface="Consolas"/>
              </a:rPr>
              <a:t>	</a:t>
            </a:r>
            <a:r>
              <a:rPr lang="es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alert(</a:t>
            </a:r>
            <a:r>
              <a:rPr lang="es-ES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alumnes[2]</a:t>
            </a:r>
            <a:r>
              <a:rPr lang="es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</p:txBody>
      </p:sp>
      <p:sp>
        <p:nvSpPr>
          <p:cNvPr id="214" name="Google Shape;214;p6"/>
          <p:cNvSpPr txBox="1"/>
          <p:nvPr/>
        </p:nvSpPr>
        <p:spPr>
          <a:xfrm>
            <a:off x="7893649" y="4623131"/>
            <a:ext cx="4110421" cy="369332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B1C4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[Pep, Paco, Aina, Lluïsa, Joan]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15" name="Google Shape;215;p6"/>
          <p:cNvCxnSpPr/>
          <p:nvPr/>
        </p:nvCxnSpPr>
        <p:spPr>
          <a:xfrm>
            <a:off x="4821382" y="4807797"/>
            <a:ext cx="290945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16" name="Google Shape;216;p6"/>
          <p:cNvCxnSpPr>
            <a:cxnSpLocks/>
          </p:cNvCxnSpPr>
          <p:nvPr/>
        </p:nvCxnSpPr>
        <p:spPr>
          <a:xfrm>
            <a:off x="3088433" y="2712286"/>
            <a:ext cx="4642403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17" name="Google Shape;217;p6"/>
          <p:cNvSpPr txBox="1"/>
          <p:nvPr/>
        </p:nvSpPr>
        <p:spPr>
          <a:xfrm>
            <a:off x="8303491" y="1976582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18" name="Google Shape;218;p6"/>
          <p:cNvCxnSpPr>
            <a:cxnSpLocks/>
          </p:cNvCxnSpPr>
          <p:nvPr/>
        </p:nvCxnSpPr>
        <p:spPr>
          <a:xfrm>
            <a:off x="4821382" y="5293222"/>
            <a:ext cx="2974758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19" name="Google Shape;219;p6"/>
          <p:cNvSpPr txBox="1"/>
          <p:nvPr/>
        </p:nvSpPr>
        <p:spPr>
          <a:xfrm>
            <a:off x="7897769" y="5108556"/>
            <a:ext cx="691215" cy="369332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B1C4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Aina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0" name="Google Shape;220;p6"/>
          <p:cNvSpPr txBox="1"/>
          <p:nvPr/>
        </p:nvSpPr>
        <p:spPr>
          <a:xfrm>
            <a:off x="7766463" y="1234042"/>
            <a:ext cx="4025746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ES" sz="2000">
                <a:solidFill>
                  <a:schemeClr val="dk1"/>
                </a:solidFill>
                <a:ea typeface="Open Sans"/>
                <a:cs typeface="Open Sans"/>
                <a:sym typeface="Open Sans"/>
              </a:rPr>
              <a:t>A JavaScript, un array pot emmagatzemar elements de </a:t>
            </a:r>
            <a:r>
              <a:rPr lang="es-ES" sz="2000">
                <a:solidFill>
                  <a:srgbClr val="FF33CC"/>
                </a:solidFill>
                <a:ea typeface="Open Sans"/>
                <a:cs typeface="Open Sans"/>
                <a:sym typeface="Open Sans"/>
              </a:rPr>
              <a:t>qualsevol tipus</a:t>
            </a:r>
            <a:r>
              <a:rPr lang="es-ES" sz="2000">
                <a:solidFill>
                  <a:schemeClr val="dk1"/>
                </a:solidFill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id="14" name="Google Shape;220;p6">
            <a:extLst>
              <a:ext uri="{FF2B5EF4-FFF2-40B4-BE49-F238E27FC236}">
                <a16:creationId xmlns:a16="http://schemas.microsoft.com/office/drawing/2014/main" id="{F39C6CA6-56E1-4864-922F-B176027D7067}"/>
              </a:ext>
            </a:extLst>
          </p:cNvPr>
          <p:cNvSpPr txBox="1"/>
          <p:nvPr/>
        </p:nvSpPr>
        <p:spPr>
          <a:xfrm>
            <a:off x="7730836" y="2489884"/>
            <a:ext cx="4025746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ES" sz="2000">
                <a:solidFill>
                  <a:schemeClr val="dk1"/>
                </a:solidFill>
                <a:ea typeface="Open Sans"/>
                <a:cs typeface="Open Sans"/>
                <a:sym typeface="Open Sans"/>
              </a:rPr>
              <a:t>Creem l'array i amb el mètode push l'omplim amb els elements</a:t>
            </a:r>
          </a:p>
        </p:txBody>
      </p:sp>
    </p:spTree>
    <p:extLst>
      <p:ext uri="{BB962C8B-B14F-4D97-AF65-F5344CB8AC3E}">
        <p14:creationId xmlns:p14="http://schemas.microsoft.com/office/powerpoint/2010/main" val="3228883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"/>
          <p:cNvSpPr txBox="1">
            <a:spLocks noGrp="1"/>
          </p:cNvSpPr>
          <p:nvPr>
            <p:ph type="title"/>
          </p:nvPr>
        </p:nvSpPr>
        <p:spPr>
          <a:xfrm>
            <a:off x="838200" y="241536"/>
            <a:ext cx="10515600" cy="897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50283"/>
              </a:buClr>
              <a:buSzPts val="4000"/>
              <a:buFont typeface="Montserrat"/>
              <a:buNone/>
            </a:pPr>
            <a:r>
              <a:rPr lang="es-ES"/>
              <a:t>Operacions amb </a:t>
            </a:r>
            <a:r>
              <a:rPr lang="es-ES">
                <a:solidFill>
                  <a:schemeClr val="dk1"/>
                </a:solidFill>
              </a:rPr>
              <a:t>Arrays</a:t>
            </a:r>
            <a:endParaRPr/>
          </a:p>
        </p:txBody>
      </p:sp>
      <p:sp>
        <p:nvSpPr>
          <p:cNvPr id="239" name="Google Shape;239;p8"/>
          <p:cNvSpPr txBox="1">
            <a:spLocks noGrp="1"/>
          </p:cNvSpPr>
          <p:nvPr>
            <p:ph type="sldNum" idx="12"/>
          </p:nvPr>
        </p:nvSpPr>
        <p:spPr>
          <a:xfrm>
            <a:off x="0" y="6356350"/>
            <a:ext cx="5481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6</a:t>
            </a:fld>
            <a:endParaRPr/>
          </a:p>
        </p:txBody>
      </p:sp>
      <p:graphicFrame>
        <p:nvGraphicFramePr>
          <p:cNvPr id="240" name="Google Shape;240;p8"/>
          <p:cNvGraphicFramePr/>
          <p:nvPr>
            <p:extLst>
              <p:ext uri="{D42A27DB-BD31-4B8C-83A1-F6EECF244321}">
                <p14:modId xmlns:p14="http://schemas.microsoft.com/office/powerpoint/2010/main" val="326088818"/>
              </p:ext>
            </p:extLst>
          </p:nvPr>
        </p:nvGraphicFramePr>
        <p:xfrm>
          <a:off x="838200" y="1970820"/>
          <a:ext cx="11086322" cy="435393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866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2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22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u="none" strike="noStrike" cap="none">
                          <a:solidFill>
                            <a:schemeClr val="lt1"/>
                          </a:solidFill>
                        </a:rPr>
                        <a:t>Operació</a:t>
                      </a:r>
                      <a:endParaRPr sz="1600"/>
                    </a:p>
                  </a:txBody>
                  <a:tcPr marL="91450" marR="91450" marT="45725" marB="45725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02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22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u="none" strike="noStrike" cap="none">
                          <a:solidFill>
                            <a:schemeClr val="lt1"/>
                          </a:solidFill>
                        </a:rPr>
                        <a:t>Métode</a:t>
                      </a:r>
                      <a:endParaRPr sz="1600"/>
                    </a:p>
                  </a:txBody>
                  <a:tcPr marL="91450" marR="91450" marT="45725" marB="45725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02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22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u="none" strike="noStrike" cap="none">
                          <a:solidFill>
                            <a:schemeClr val="lt1"/>
                          </a:solidFill>
                        </a:rPr>
                        <a:t>Exemple </a:t>
                      </a:r>
                      <a:r>
                        <a:rPr lang="es-ES" sz="1600" b="1" u="none" strike="noStrike" cap="none">
                          <a:solidFill>
                            <a:schemeClr val="lt1"/>
                          </a:solidFill>
                          <a:sym typeface="Wingdings" panose="05000000000000000000" pitchFamily="2" charset="2"/>
                        </a:rPr>
                        <a:t></a:t>
                      </a:r>
                      <a:endParaRPr sz="1600"/>
                    </a:p>
                  </a:txBody>
                  <a:tcPr marL="91450" marR="91450" marT="45725" marB="45725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502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500" u="none" strike="noStrike" cap="none"/>
                        <a:t>A</a:t>
                      </a:r>
                      <a:r>
                        <a:rPr lang="es-ES" sz="1500"/>
                        <a:t>fegir</a:t>
                      </a:r>
                      <a:r>
                        <a:rPr lang="es-ES" sz="1500" u="none" strike="noStrike" cap="none"/>
                        <a:t> un element al darrer d'un array</a:t>
                      </a:r>
                      <a:endParaRPr sz="1500"/>
                    </a:p>
                  </a:txBody>
                  <a:tcPr marL="91450" marR="91450" marT="45725" marB="45725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strike="noStrike" cap="none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array.</a:t>
                      </a:r>
                      <a:r>
                        <a:rPr lang="es-ES" sz="1600" u="none" strike="noStrike" cap="none">
                          <a:solidFill>
                            <a:srgbClr val="D5028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push</a:t>
                      </a:r>
                      <a:r>
                        <a:rPr lang="es-ES" sz="160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(valor);</a:t>
                      </a:r>
                      <a:endParaRPr sz="1600"/>
                    </a:p>
                  </a:txBody>
                  <a:tcPr marL="91450" marR="91450" marT="45725" marB="45725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500" u="none" strike="noStrike" cap="none">
                          <a:solidFill>
                            <a:srgbClr val="B55475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alumnes</a:t>
                      </a:r>
                      <a:r>
                        <a:rPr lang="es-ES" sz="1500" b="0" i="0" u="none" strike="noStrike" cap="none"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.push(</a:t>
                      </a:r>
                      <a:r>
                        <a:rPr lang="es-ES" sz="1500" u="none" strike="noStrike" cap="none">
                          <a:solidFill>
                            <a:srgbClr val="3333FF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s-ES" sz="1500" b="0" i="0" u="none" strike="noStrike" cap="none">
                          <a:solidFill>
                            <a:srgbClr val="3333FF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Pep"</a:t>
                      </a:r>
                      <a:r>
                        <a:rPr lang="es-ES" sz="1500" b="0" i="0" u="none" strike="noStrike" cap="none"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); </a:t>
                      </a:r>
                      <a:endParaRPr sz="1500" u="none" strike="noStrike" cap="none"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500" u="none" strike="noStrike" cap="none"/>
                        <a:t>Afegir o eliminar elements en un array en una </a:t>
                      </a:r>
                      <a:r>
                        <a:rPr lang="es-ES" sz="1500" u="none" strike="noStrike" cap="none">
                          <a:solidFill>
                            <a:srgbClr val="D50283"/>
                          </a:solidFill>
                        </a:rPr>
                        <a:t>posició</a:t>
                      </a:r>
                      <a:r>
                        <a:rPr lang="es-ES" sz="1500" u="none" strike="noStrike" cap="none"/>
                        <a:t> donada. Si </a:t>
                      </a:r>
                      <a:r>
                        <a:rPr lang="es-ES" sz="1500" u="none" strike="noStrike" cap="none">
                          <a:solidFill>
                            <a:srgbClr val="D50283"/>
                          </a:solidFill>
                        </a:rPr>
                        <a:t>#elements </a:t>
                      </a:r>
                      <a:r>
                        <a:rPr lang="es-ES" sz="1500" u="none" strike="noStrike" cap="none"/>
                        <a:t>són 0, afegiu els valors del contrari, suprimiu </a:t>
                      </a:r>
                      <a:r>
                        <a:rPr lang="es-ES" sz="1500" u="none" strike="noStrike" cap="none">
                          <a:solidFill>
                            <a:srgbClr val="D50283"/>
                          </a:solidFill>
                        </a:rPr>
                        <a:t>#elements </a:t>
                      </a:r>
                      <a:r>
                        <a:rPr lang="es-ES" sz="1500" u="none" strike="noStrike" cap="none"/>
                        <a:t>d'aquesta posició i afegiu els valors donats.</a:t>
                      </a:r>
                      <a:endParaRPr sz="1500"/>
                    </a:p>
                  </a:txBody>
                  <a:tcPr marL="91450" marR="91450" marT="45725" marB="45725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55475"/>
                        </a:buClr>
                        <a:buSzPts val="1800"/>
                        <a:buFont typeface="Consolas"/>
                        <a:buNone/>
                      </a:pPr>
                      <a:r>
                        <a:rPr lang="es-ES" sz="1600" u="none" strike="noStrike" cap="none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array.</a:t>
                      </a:r>
                      <a:r>
                        <a:rPr lang="es-ES" sz="1600" u="none" strike="noStrike" cap="none">
                          <a:solidFill>
                            <a:srgbClr val="D5028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splice</a:t>
                      </a:r>
                      <a:r>
                        <a:rPr lang="es-ES" sz="1600" u="none" strike="noStrike" cap="none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s-ES" sz="1500" u="none" strike="noStrike" cap="none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posicio, #elements, valor1, valor2...</a:t>
                      </a:r>
                      <a:r>
                        <a:rPr lang="es-ES" sz="1600" u="none" strike="noStrike" cap="none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r>
                        <a:rPr lang="es-ES" sz="1600" u="none" strike="noStrike" cap="none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endParaRPr sz="1600"/>
                    </a:p>
                  </a:txBody>
                  <a:tcPr marL="91450" marR="91450" marT="45725" marB="45725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55475"/>
                        </a:buClr>
                        <a:buSzPts val="1800"/>
                        <a:buFont typeface="Consolas"/>
                        <a:buNone/>
                      </a:pPr>
                      <a:r>
                        <a:rPr lang="es-ES" sz="1500" u="none" strike="noStrike" cap="none">
                          <a:solidFill>
                            <a:srgbClr val="B55475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alumnes</a:t>
                      </a:r>
                      <a:r>
                        <a:rPr lang="es-ES" sz="1500" b="0" i="0" u="none" strike="noStrike" cap="none"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s-ES" sz="150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splice(2,0,"Laura");</a:t>
                      </a:r>
                      <a:br>
                        <a:rPr lang="es-ES" sz="150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s-ES" sz="150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alert(alumnes);</a:t>
                      </a: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55475"/>
                        </a:buClr>
                        <a:buSzPts val="1800"/>
                        <a:buFont typeface="Consolas"/>
                        <a:buNone/>
                      </a:pPr>
                      <a:r>
                        <a:rPr lang="fi-FI" sz="1500" u="none" strike="noStrike" kern="1200" cap="none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//Mostra Pep,Paco,</a:t>
                      </a:r>
                      <a:r>
                        <a:rPr lang="fi-FI" sz="1500" b="1" u="none" strike="noStrike" kern="1200" cap="none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Laura</a:t>
                      </a:r>
                      <a:r>
                        <a:rPr lang="fi-FI" sz="1500" u="none" strike="noStrike" kern="1200" cap="none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,</a:t>
                      </a:r>
                      <a:r>
                        <a:rPr lang="fi-FI" sz="1500" u="none" strike="noStrike" kern="1200" cap="none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Lluisa</a:t>
                      </a:r>
                      <a:r>
                        <a:rPr lang="fi-FI" sz="1500" u="none" strike="noStrike" kern="1200" cap="none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,Aina,Joan</a:t>
                      </a: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55475"/>
                        </a:buClr>
                        <a:buSzPts val="1800"/>
                        <a:buFont typeface="Consolas"/>
                        <a:buNone/>
                      </a:pPr>
                      <a:endParaRPr lang="fi-FI" sz="1500" u="none" strike="noStrike" kern="1200" cap="none">
                        <a:solidFill>
                          <a:schemeClr val="accent1">
                            <a:lumMod val="75000"/>
                          </a:schemeClr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55475"/>
                        </a:buClr>
                        <a:buSzPts val="1800"/>
                        <a:buFont typeface="Consolas"/>
                        <a:buNone/>
                      </a:pPr>
                      <a:r>
                        <a:rPr lang="es-ES" sz="1500" u="none" strike="noStrike" cap="none">
                          <a:solidFill>
                            <a:srgbClr val="B55475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alumnes</a:t>
                      </a:r>
                      <a:r>
                        <a:rPr lang="es-ES" sz="1500" b="0" i="0" u="none" strike="noStrike" cap="none"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s-ES" sz="150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splice(2,1,"Laura");</a:t>
                      </a:r>
                      <a:br>
                        <a:rPr lang="es-ES" sz="150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s-ES" sz="150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alert(alumnes);</a:t>
                      </a: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55475"/>
                        </a:buClr>
                        <a:buSzPts val="1800"/>
                        <a:buFont typeface="Consolas"/>
                        <a:buNone/>
                      </a:pPr>
                      <a:r>
                        <a:rPr lang="fi-FI" sz="1500" u="none" strike="noStrike" kern="1200" cap="none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//Mostra Pep,Paco,</a:t>
                      </a:r>
                      <a:r>
                        <a:rPr lang="fi-FI" sz="1500" b="1" u="none" strike="noStrike" kern="1200" cap="none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Laura</a:t>
                      </a:r>
                      <a:r>
                        <a:rPr lang="fi-FI" sz="1500" u="none" strike="noStrike" kern="1200" cap="none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,Aina,Joan</a:t>
                      </a:r>
                      <a:endParaRPr sz="1500" u="none" strike="noStrike" kern="1200" cap="none">
                        <a:solidFill>
                          <a:schemeClr val="accent1">
                            <a:lumMod val="75000"/>
                          </a:schemeClr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500" u="none" strike="noStrike" cap="none"/>
                        <a:t>Reemplaçar un element</a:t>
                      </a:r>
                      <a:endParaRPr sz="1500"/>
                    </a:p>
                  </a:txBody>
                  <a:tcPr marL="91450" marR="91450" marT="45725" marB="45725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55475"/>
                        </a:buClr>
                        <a:buSzPts val="1800"/>
                        <a:buFont typeface="Consolas"/>
                        <a:buNone/>
                      </a:pPr>
                      <a:r>
                        <a:rPr lang="es-ES" sz="1600" u="none" strike="noStrike" cap="none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array[posicio] </a:t>
                      </a:r>
                      <a:r>
                        <a:rPr lang="es-ES" sz="160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 valor;</a:t>
                      </a:r>
                      <a:endParaRPr sz="1600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500" u="none" strike="noStrike" cap="none">
                          <a:solidFill>
                            <a:srgbClr val="B55475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alumnes[1]=</a:t>
                      </a:r>
                      <a:r>
                        <a:rPr lang="es-ES" sz="1500" b="0" i="0" u="none" strike="noStrike" cap="none">
                          <a:solidFill>
                            <a:srgbClr val="3333FF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"Jordi"</a:t>
                      </a:r>
                      <a:r>
                        <a:rPr lang="es-ES" sz="150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150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Open Sans"/>
                        <a:buNone/>
                      </a:pPr>
                      <a:r>
                        <a:rPr lang="es-ES" sz="1500" u="none" strike="noStrike" cap="none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//Canv</a:t>
                      </a:r>
                      <a:r>
                        <a:rPr lang="es-ES" sz="15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s-ES" sz="1500" u="none" strike="noStrike" cap="none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a al Paco per al Jordi</a:t>
                      </a:r>
                      <a:endParaRPr sz="1500" u="none" strike="noStrike" cap="none">
                        <a:solidFill>
                          <a:schemeClr val="accent1">
                            <a:lumMod val="75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500" u="none" strike="noStrike" cap="none"/>
                        <a:t>Accedir a un element</a:t>
                      </a:r>
                      <a:endParaRPr sz="1500"/>
                    </a:p>
                  </a:txBody>
                  <a:tcPr marL="91450" marR="91450" marT="45725" marB="45725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55475"/>
                        </a:buClr>
                        <a:buSzPts val="1800"/>
                        <a:buFont typeface="Consolas"/>
                        <a:buNone/>
                      </a:pPr>
                      <a:r>
                        <a:rPr lang="es-ES" sz="160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valor = </a:t>
                      </a:r>
                      <a:r>
                        <a:rPr lang="es-ES" sz="1600" u="none" strike="noStrike" cap="none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array[posicio]</a:t>
                      </a:r>
                      <a:r>
                        <a:rPr lang="es-ES" sz="160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1600"/>
                    </a:p>
                  </a:txBody>
                  <a:tcPr marL="91450" marR="91450" marT="45725" marB="45725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s-ES" sz="150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es-ES" sz="1500" u="none" strike="noStrike" cap="none">
                          <a:solidFill>
                            <a:srgbClr val="B55475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 nen </a:t>
                      </a:r>
                      <a:r>
                        <a:rPr lang="es-ES" sz="150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es-ES" sz="1500" u="none" strike="noStrike" cap="none">
                          <a:solidFill>
                            <a:srgbClr val="B55475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 alumnes</a:t>
                      </a:r>
                      <a:r>
                        <a:rPr lang="es-ES" sz="1500" b="0" i="0" u="none" strike="noStrike" cap="none"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[2]</a:t>
                      </a:r>
                      <a:r>
                        <a:rPr lang="es-ES" sz="150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150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s-ES" sz="1500" u="none" strike="noStrike" cap="none"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alert(</a:t>
                      </a:r>
                      <a:r>
                        <a:rPr lang="es-ES" sz="1500" u="none" strike="noStrike" cap="none">
                          <a:solidFill>
                            <a:srgbClr val="B55475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nen</a:t>
                      </a:r>
                      <a:r>
                        <a:rPr lang="es-ES" sz="1500" u="none" strike="noStrike" cap="none"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); </a:t>
                      </a:r>
                      <a:r>
                        <a:rPr lang="es-ES" sz="1500" u="none" strike="noStrike" cap="none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// </a:t>
                      </a:r>
                      <a:r>
                        <a:rPr lang="es-ES" sz="1500" u="none" strike="noStrike" cap="none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Mostra  Lluïsa</a:t>
                      </a:r>
                      <a:endParaRPr sz="1500">
                        <a:solidFill>
                          <a:schemeClr val="accent1">
                            <a:lumMod val="75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500" u="none" strike="noStrike" cap="non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Obtenir la </a:t>
                      </a:r>
                      <a:r>
                        <a:rPr lang="es-ES" sz="1500"/>
                        <a:t>mida</a:t>
                      </a:r>
                      <a:r>
                        <a:rPr lang="es-ES" sz="1500" u="none" strike="noStrike" cap="non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d’un array</a:t>
                      </a:r>
                      <a:endParaRPr sz="1500"/>
                    </a:p>
                  </a:txBody>
                  <a:tcPr marL="91450" marR="91450" marT="45725" marB="45725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55475"/>
                        </a:buClr>
                        <a:buSzPts val="1800"/>
                        <a:buFont typeface="Consolas"/>
                        <a:buNone/>
                      </a:pPr>
                      <a:r>
                        <a:rPr lang="es-ES" sz="1600" u="none" strike="noStrike" cap="none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array.</a:t>
                      </a:r>
                      <a:r>
                        <a:rPr lang="es-ES" sz="1600" u="none" strike="noStrike" cap="none">
                          <a:solidFill>
                            <a:srgbClr val="D5028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lengt</a:t>
                      </a:r>
                      <a:r>
                        <a:rPr lang="es-ES" sz="1600" u="sng" strike="noStrike" cap="none">
                          <a:solidFill>
                            <a:srgbClr val="D5028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r>
                        <a:rPr lang="es-ES" sz="160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16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55475"/>
                        </a:buClr>
                        <a:buSzPts val="1800"/>
                        <a:buFont typeface="Consolas"/>
                        <a:buNone/>
                      </a:pPr>
                      <a:r>
                        <a:rPr lang="es-ES" sz="1500" u="none" strike="noStrike" cap="none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alert </a:t>
                      </a:r>
                      <a:r>
                        <a:rPr lang="es-ES" sz="1500" u="none" strike="noStrike" cap="none">
                          <a:solidFill>
                            <a:srgbClr val="B55475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alumnes</a:t>
                      </a:r>
                      <a:r>
                        <a:rPr lang="es-ES" sz="1500" b="0" i="0" u="none" strike="noStrike" cap="none"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s-ES" sz="150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length; </a:t>
                      </a:r>
                      <a:r>
                        <a:rPr lang="es-ES" sz="1500" u="none" strike="noStrike" cap="none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//Mostra 5</a:t>
                      </a:r>
                      <a:endParaRPr sz="1500">
                        <a:solidFill>
                          <a:schemeClr val="accent1">
                            <a:lumMod val="75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41" name="Google Shape;241;p8"/>
          <p:cNvGraphicFramePr/>
          <p:nvPr>
            <p:extLst>
              <p:ext uri="{D42A27DB-BD31-4B8C-83A1-F6EECF244321}">
                <p14:modId xmlns:p14="http://schemas.microsoft.com/office/powerpoint/2010/main" val="106852448"/>
              </p:ext>
            </p:extLst>
          </p:nvPr>
        </p:nvGraphicFramePr>
        <p:xfrm>
          <a:off x="3796522" y="1138681"/>
          <a:ext cx="8128000" cy="7417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strike="noStrike" cap="none">
                          <a:solidFill>
                            <a:schemeClr val="dk1"/>
                          </a:solidFill>
                        </a:rPr>
                        <a:t>Pep</a:t>
                      </a:r>
                      <a:endParaRPr sz="1600"/>
                    </a:p>
                  </a:txBody>
                  <a:tcPr marL="91450" marR="91450" marT="45725" marB="45725">
                    <a:lnL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strike="noStrike" cap="none">
                          <a:solidFill>
                            <a:schemeClr val="dk1"/>
                          </a:solidFill>
                        </a:rPr>
                        <a:t>Paco</a:t>
                      </a:r>
                      <a:endParaRPr sz="1600"/>
                    </a:p>
                  </a:txBody>
                  <a:tcPr marL="91450" marR="91450" marT="45725" marB="45725">
                    <a:lnL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strike="noStrike" cap="none">
                          <a:solidFill>
                            <a:schemeClr val="dk1"/>
                          </a:solidFill>
                        </a:rPr>
                        <a:t>Lluïsa</a:t>
                      </a:r>
                      <a:endParaRPr sz="1600"/>
                    </a:p>
                  </a:txBody>
                  <a:tcPr marL="91450" marR="91450" marT="45725" marB="45725">
                    <a:lnL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strike="noStrike" cap="none">
                          <a:solidFill>
                            <a:schemeClr val="dk1"/>
                          </a:solidFill>
                        </a:rPr>
                        <a:t>Aina</a:t>
                      </a:r>
                      <a:endParaRPr sz="1600"/>
                    </a:p>
                  </a:txBody>
                  <a:tcPr marL="91450" marR="91450" marT="45725" marB="45725">
                    <a:lnL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strike="noStrike" cap="none">
                          <a:solidFill>
                            <a:schemeClr val="dk1"/>
                          </a:solidFill>
                        </a:rPr>
                        <a:t>Joan</a:t>
                      </a:r>
                      <a:endParaRPr sz="1600"/>
                    </a:p>
                  </a:txBody>
                  <a:tcPr marL="91450" marR="91450" marT="45725" marB="45725">
                    <a:lnL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strike="noStrike" cap="none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alumnes[0]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strike="noStrike" cap="none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alumnes[1]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strike="noStrike" cap="none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alumnes[2]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strike="noStrike" cap="none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alumnes[3]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u="none" strike="noStrike" cap="none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alumnes[4]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5028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54814AED-26E9-41D3-917B-F6D2DD3C7A97}"/>
              </a:ext>
            </a:extLst>
          </p:cNvPr>
          <p:cNvSpPr/>
          <p:nvPr/>
        </p:nvSpPr>
        <p:spPr>
          <a:xfrm>
            <a:off x="735564" y="6431798"/>
            <a:ext cx="52373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a-ES" sz="1600">
                <a:hlinkClick r:id="rId6"/>
              </a:rPr>
              <a:t>https://www.w3schools.com/jsref/jsref_obj_array.asp</a:t>
            </a:r>
            <a:endParaRPr lang="ca-ES" sz="1600"/>
          </a:p>
        </p:txBody>
      </p:sp>
    </p:spTree>
    <p:extLst>
      <p:ext uri="{BB962C8B-B14F-4D97-AF65-F5344CB8AC3E}">
        <p14:creationId xmlns:p14="http://schemas.microsoft.com/office/powerpoint/2010/main" val="810627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13;p6">
            <a:extLst>
              <a:ext uri="{FF2B5EF4-FFF2-40B4-BE49-F238E27FC236}">
                <a16:creationId xmlns:a16="http://schemas.microsoft.com/office/drawing/2014/main" id="{D8BA477C-F72D-46B1-B6E2-CA6341CCEADC}"/>
              </a:ext>
            </a:extLst>
          </p:cNvPr>
          <p:cNvSpPr/>
          <p:nvPr/>
        </p:nvSpPr>
        <p:spPr>
          <a:xfrm>
            <a:off x="838200" y="1238110"/>
            <a:ext cx="4853473" cy="426004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1C4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58700" rIns="0" bIns="158700" anchor="t" anchorCtr="0">
            <a:spAutoFit/>
          </a:bodyPr>
          <a:lstStyle/>
          <a:p>
            <a:pPr marL="0" marR="0" lvl="0" indent="0" algn="l" defTabSz="35401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5475"/>
              </a:buClr>
              <a:buSzPts val="1600"/>
              <a:buFont typeface="Consolas"/>
              <a:buNone/>
            </a:pPr>
            <a:r>
              <a:rPr lang="es-E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let </a:t>
            </a:r>
            <a:r>
              <a:rPr lang="es-ES" sz="1600" b="0" i="0" u="none" strike="noStrike" cap="none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alumnes</a:t>
            </a:r>
            <a:r>
              <a:rPr lang="es-E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600" i="0" u="none" strike="noStrike" cap="none"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lang="es-E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marL="0" marR="0" lvl="0" indent="0" algn="l" defTabSz="35401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endParaRPr sz="16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defTabSz="354013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600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alumnes</a:t>
            </a:r>
            <a:r>
              <a:rPr lang="es-E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.push(</a:t>
            </a:r>
            <a:r>
              <a:rPr lang="es-ES" sz="1600">
                <a:solidFill>
                  <a:srgbClr val="3333F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s-ES" sz="1600" b="0" i="0" u="none" strike="noStrike" cap="none">
                <a:solidFill>
                  <a:srgbClr val="3333FF"/>
                </a:solidFill>
                <a:latin typeface="Consolas"/>
                <a:ea typeface="Consolas"/>
                <a:cs typeface="Consolas"/>
                <a:sym typeface="Consolas"/>
              </a:rPr>
              <a:t>Pep"</a:t>
            </a:r>
            <a:r>
              <a:rPr lang="es-E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</a:t>
            </a:r>
            <a:endParaRPr/>
          </a:p>
          <a:p>
            <a:pPr marL="0" marR="0" lvl="0" indent="0" algn="l" defTabSz="354013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600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alumnes</a:t>
            </a:r>
            <a:r>
              <a:rPr lang="es-E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.push(</a:t>
            </a:r>
            <a:r>
              <a:rPr lang="es-ES" sz="1600">
                <a:solidFill>
                  <a:srgbClr val="3333F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s-ES" sz="1600" b="0" i="0" u="none" strike="noStrike" cap="none">
                <a:solidFill>
                  <a:srgbClr val="3333FF"/>
                </a:solidFill>
                <a:latin typeface="Consolas"/>
                <a:ea typeface="Consolas"/>
                <a:cs typeface="Consolas"/>
                <a:sym typeface="Consolas"/>
              </a:rPr>
              <a:t>Paco"</a:t>
            </a:r>
            <a:r>
              <a:rPr lang="es-E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</a:t>
            </a:r>
            <a:endParaRPr/>
          </a:p>
          <a:p>
            <a:pPr marL="0" marR="0" lvl="0" indent="0" algn="l" defTabSz="354013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600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alumnes</a:t>
            </a:r>
            <a:r>
              <a:rPr lang="es-E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.push(</a:t>
            </a:r>
            <a:r>
              <a:rPr lang="es-ES" sz="1600">
                <a:solidFill>
                  <a:srgbClr val="3333F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s-ES" sz="1600" b="0" i="0" u="none" strike="noStrike" cap="none">
                <a:solidFill>
                  <a:srgbClr val="3333FF"/>
                </a:solidFill>
                <a:latin typeface="Consolas"/>
                <a:ea typeface="Consolas"/>
                <a:cs typeface="Consolas"/>
                <a:sym typeface="Consolas"/>
              </a:rPr>
              <a:t>Aina"</a:t>
            </a:r>
            <a:r>
              <a:rPr lang="es-E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		</a:t>
            </a:r>
            <a:endParaRPr/>
          </a:p>
          <a:p>
            <a:pPr marL="0" marR="0" lvl="0" indent="0" algn="l" defTabSz="354013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600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alumnes</a:t>
            </a:r>
            <a:r>
              <a:rPr lang="es-E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.push(</a:t>
            </a:r>
            <a:r>
              <a:rPr lang="es-ES" sz="1600">
                <a:solidFill>
                  <a:srgbClr val="3333FF"/>
                </a:solidFill>
                <a:latin typeface="Consolas"/>
                <a:ea typeface="Consolas"/>
                <a:cs typeface="Consolas"/>
                <a:sym typeface="Consolas"/>
              </a:rPr>
              <a:t>“Lluïsa</a:t>
            </a:r>
            <a:r>
              <a:rPr lang="es-ES" sz="1600" b="0" i="0" u="none" strike="noStrike" cap="none">
                <a:solidFill>
                  <a:srgbClr val="3333F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s-E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marL="0" marR="0" lvl="0" indent="0" algn="l" defTabSz="354013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600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alumnes</a:t>
            </a: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.push(</a:t>
            </a:r>
            <a:r>
              <a:rPr lang="es-ES" sz="1600">
                <a:solidFill>
                  <a:srgbClr val="3333FF"/>
                </a:solidFill>
                <a:latin typeface="Consolas"/>
                <a:ea typeface="Consolas"/>
                <a:cs typeface="Consolas"/>
                <a:sym typeface="Consolas"/>
              </a:rPr>
              <a:t>"Joan"</a:t>
            </a: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</a:t>
            </a:r>
            <a:endParaRPr/>
          </a:p>
          <a:p>
            <a:pPr marL="0" marR="0" lvl="0" indent="0" algn="l" defTabSz="354013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</a:t>
            </a:r>
            <a:endParaRPr/>
          </a:p>
          <a:p>
            <a:pPr marL="0" marR="0" lvl="0" indent="0" algn="l" defTabSz="354013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alert(</a:t>
            </a:r>
            <a:r>
              <a:rPr lang="es-ES" sz="1600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alumnes</a:t>
            </a:r>
            <a:r>
              <a:rPr lang="es-E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</a:p>
          <a:p>
            <a:pPr marL="0" marR="0" lvl="0" indent="0" algn="l" defTabSz="354013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</a:p>
          <a:p>
            <a:pPr marL="0" marR="0" lvl="0" indent="0" algn="l" defTabSz="354013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alumnes.sort();</a:t>
            </a:r>
          </a:p>
          <a:p>
            <a:pPr lvl="0" defTabSz="354013"/>
            <a:r>
              <a:rPr lang="es-ES" sz="1600">
                <a:solidFill>
                  <a:schemeClr val="dk1"/>
                </a:solidFill>
                <a:latin typeface="Consolas"/>
                <a:sym typeface="Consolas"/>
              </a:rPr>
              <a:t>	</a:t>
            </a: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alert(</a:t>
            </a:r>
            <a:r>
              <a:rPr lang="es-ES" sz="1600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alumnes</a:t>
            </a: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</a:p>
          <a:p>
            <a:pPr lvl="0" defTabSz="354013"/>
            <a:endParaRPr lang="es-ES" sz="1600">
              <a:solidFill>
                <a:schemeClr val="dk1"/>
              </a:solidFill>
              <a:latin typeface="Consolas"/>
              <a:sym typeface="Consolas"/>
            </a:endParaRPr>
          </a:p>
          <a:p>
            <a:pPr lvl="0" defTabSz="354013"/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alumnes.reverse();</a:t>
            </a:r>
          </a:p>
          <a:p>
            <a:pPr lvl="0" defTabSz="354013"/>
            <a:r>
              <a:rPr lang="es-ES" sz="1600">
                <a:solidFill>
                  <a:schemeClr val="dk1"/>
                </a:solidFill>
                <a:latin typeface="Consolas"/>
                <a:sym typeface="Consolas"/>
              </a:rPr>
              <a:t>	</a:t>
            </a: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alert(</a:t>
            </a:r>
            <a:r>
              <a:rPr lang="es-ES" sz="1600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alumnes</a:t>
            </a: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lang="es-ES" sz="1600">
              <a:solidFill>
                <a:schemeClr val="dk1"/>
              </a:solidFill>
              <a:latin typeface="Consolas"/>
              <a:sym typeface="Consolas"/>
            </a:endParaRPr>
          </a:p>
          <a:p>
            <a:pPr lvl="0" defTabSz="354013"/>
            <a:r>
              <a:rPr lang="es-ES" sz="1600">
                <a:solidFill>
                  <a:schemeClr val="dk1"/>
                </a:solidFill>
                <a:latin typeface="Consolas"/>
                <a:sym typeface="Consolas"/>
              </a:rPr>
              <a:t>	</a:t>
            </a:r>
            <a:endParaRPr/>
          </a:p>
        </p:txBody>
      </p:sp>
      <p:sp>
        <p:nvSpPr>
          <p:cNvPr id="247" name="Google Shape;247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50283"/>
              </a:buClr>
              <a:buSzPts val="4000"/>
              <a:buFont typeface="Montserrat"/>
              <a:buNone/>
            </a:pPr>
            <a:r>
              <a:rPr lang="es-ES"/>
              <a:t>Ordenar els elements </a:t>
            </a:r>
            <a:r>
              <a:rPr lang="es-ES">
                <a:solidFill>
                  <a:schemeClr val="dk1"/>
                </a:solidFill>
              </a:rPr>
              <a:t>d'un array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8" name="Google Shape;248;p9"/>
          <p:cNvSpPr txBox="1">
            <a:spLocks noGrp="1"/>
          </p:cNvSpPr>
          <p:nvPr>
            <p:ph type="sldNum" idx="12"/>
          </p:nvPr>
        </p:nvSpPr>
        <p:spPr>
          <a:xfrm>
            <a:off x="0" y="6356350"/>
            <a:ext cx="5481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7</a:t>
            </a:fld>
            <a:endParaRPr/>
          </a:p>
        </p:txBody>
      </p:sp>
      <p:sp>
        <p:nvSpPr>
          <p:cNvPr id="251" name="Google Shape;251;p9"/>
          <p:cNvSpPr txBox="1"/>
          <p:nvPr/>
        </p:nvSpPr>
        <p:spPr>
          <a:xfrm>
            <a:off x="6236898" y="3356727"/>
            <a:ext cx="4110300" cy="3693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rgbClr val="B1C4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[Pep, Paco, Aina, Lluïsa, Joan]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2" name="Google Shape;252;p9"/>
          <p:cNvSpPr txBox="1"/>
          <p:nvPr/>
        </p:nvSpPr>
        <p:spPr>
          <a:xfrm>
            <a:off x="6236898" y="4026431"/>
            <a:ext cx="4110300" cy="3693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rgbClr val="B1C4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[Aina, Joan, Lluïsa, Paco, Pep]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53" name="Google Shape;253;p9"/>
          <p:cNvCxnSpPr>
            <a:cxnSpLocks/>
          </p:cNvCxnSpPr>
          <p:nvPr/>
        </p:nvCxnSpPr>
        <p:spPr>
          <a:xfrm flipV="1">
            <a:off x="2963322" y="3518269"/>
            <a:ext cx="3132678" cy="1"/>
          </a:xfrm>
          <a:prstGeom prst="straightConnector1">
            <a:avLst/>
          </a:prstGeom>
          <a:noFill/>
          <a:ln w="9525" cap="flat" cmpd="sng">
            <a:solidFill>
              <a:srgbClr val="B5547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54" name="Google Shape;254;p9"/>
          <p:cNvCxnSpPr>
            <a:cxnSpLocks/>
          </p:cNvCxnSpPr>
          <p:nvPr/>
        </p:nvCxnSpPr>
        <p:spPr>
          <a:xfrm>
            <a:off x="2963322" y="4211081"/>
            <a:ext cx="3113487" cy="0"/>
          </a:xfrm>
          <a:prstGeom prst="straightConnector1">
            <a:avLst/>
          </a:prstGeom>
          <a:noFill/>
          <a:ln w="9525" cap="flat" cmpd="sng">
            <a:solidFill>
              <a:srgbClr val="B5547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" name="Rectángulo 2">
            <a:extLst>
              <a:ext uri="{FF2B5EF4-FFF2-40B4-BE49-F238E27FC236}">
                <a16:creationId xmlns:a16="http://schemas.microsoft.com/office/drawing/2014/main" id="{9A43BB5A-8326-4046-BE21-EDAA6A803397}"/>
              </a:ext>
            </a:extLst>
          </p:cNvPr>
          <p:cNvSpPr/>
          <p:nvPr/>
        </p:nvSpPr>
        <p:spPr>
          <a:xfrm>
            <a:off x="5994302" y="1455709"/>
            <a:ext cx="525780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a-ES"/>
              <a:t>La funció </a:t>
            </a:r>
            <a:r>
              <a:rPr lang="ca-ES" b="1">
                <a:solidFill>
                  <a:srgbClr val="D50283"/>
                </a:solidFill>
              </a:rPr>
              <a:t>sort() </a:t>
            </a:r>
            <a:r>
              <a:rPr lang="ca-ES"/>
              <a:t>ordena els elements com a cadenes en ordre alfabètic i ascendent </a:t>
            </a:r>
            <a:br>
              <a:rPr lang="ca-ES"/>
            </a:br>
            <a:r>
              <a:rPr lang="ca-ES"/>
              <a:t>mentre que </a:t>
            </a:r>
            <a:br>
              <a:rPr lang="ca-ES"/>
            </a:br>
            <a:r>
              <a:rPr lang="ca-ES"/>
              <a:t>la funció </a:t>
            </a:r>
            <a:r>
              <a:rPr lang="ca-ES" b="1">
                <a:solidFill>
                  <a:srgbClr val="D50283"/>
                </a:solidFill>
              </a:rPr>
              <a:t>reverse() </a:t>
            </a:r>
            <a:r>
              <a:rPr lang="ca-ES"/>
              <a:t>ordena els elements com a cadenes en ordre alfabètic i descendent.</a:t>
            </a:r>
          </a:p>
        </p:txBody>
      </p:sp>
      <p:sp>
        <p:nvSpPr>
          <p:cNvPr id="15" name="Google Shape;252;p9">
            <a:extLst>
              <a:ext uri="{FF2B5EF4-FFF2-40B4-BE49-F238E27FC236}">
                <a16:creationId xmlns:a16="http://schemas.microsoft.com/office/drawing/2014/main" id="{348D26E0-6A7D-4AD4-9638-1F178C44D36D}"/>
              </a:ext>
            </a:extLst>
          </p:cNvPr>
          <p:cNvSpPr txBox="1"/>
          <p:nvPr/>
        </p:nvSpPr>
        <p:spPr>
          <a:xfrm>
            <a:off x="6236898" y="4792390"/>
            <a:ext cx="4110300" cy="3693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rgbClr val="B1C4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fi-FI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Pep, Paco, Lluisa, Joan, Aina</a:t>
            </a: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6" name="Google Shape;254;p9">
            <a:extLst>
              <a:ext uri="{FF2B5EF4-FFF2-40B4-BE49-F238E27FC236}">
                <a16:creationId xmlns:a16="http://schemas.microsoft.com/office/drawing/2014/main" id="{804CE51E-E422-4CD0-A443-3669AC87668A}"/>
              </a:ext>
            </a:extLst>
          </p:cNvPr>
          <p:cNvCxnSpPr>
            <a:cxnSpLocks/>
          </p:cNvCxnSpPr>
          <p:nvPr/>
        </p:nvCxnSpPr>
        <p:spPr>
          <a:xfrm>
            <a:off x="2963322" y="4977040"/>
            <a:ext cx="3113487" cy="0"/>
          </a:xfrm>
          <a:prstGeom prst="straightConnector1">
            <a:avLst/>
          </a:prstGeom>
          <a:noFill/>
          <a:ln w="9525" cap="flat" cmpd="sng">
            <a:solidFill>
              <a:srgbClr val="B5547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964E68A3-2B91-4E61-9D1F-4F6799B15AFE}"/>
              </a:ext>
            </a:extLst>
          </p:cNvPr>
          <p:cNvSpPr/>
          <p:nvPr/>
        </p:nvSpPr>
        <p:spPr>
          <a:xfrm>
            <a:off x="1103671" y="5688717"/>
            <a:ext cx="414889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L'ordenació de números pot produir 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resultats incorrectes.</a:t>
            </a:r>
            <a:endParaRPr lang="ca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9300672-274E-4651-96C7-B53F1A887AEB}"/>
              </a:ext>
            </a:extLst>
          </p:cNvPr>
          <p:cNvSpPr/>
          <p:nvPr/>
        </p:nvSpPr>
        <p:spPr>
          <a:xfrm>
            <a:off x="5994302" y="5798537"/>
            <a:ext cx="53014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a-ES">
                <a:hlinkClick r:id="rId3"/>
              </a:rPr>
              <a:t>https://www.w3schools.com/jsref/jsref_sort.asp</a:t>
            </a:r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558178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2DC31D-51B8-4BF4-AF49-9277A87E1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Iterar sobre un Array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935C3DF-D08E-406B-A61F-40BFD7F1E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8</a:t>
            </a:fld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30CDEF6-5724-42D9-93DA-D0C787F9FFD3}"/>
              </a:ext>
            </a:extLst>
          </p:cNvPr>
          <p:cNvSpPr txBox="1"/>
          <p:nvPr/>
        </p:nvSpPr>
        <p:spPr>
          <a:xfrm>
            <a:off x="664041" y="1407101"/>
            <a:ext cx="7276351" cy="3416320"/>
          </a:xfrm>
          <a:prstGeom prst="rect">
            <a:avLst/>
          </a:prstGeom>
          <a:solidFill>
            <a:srgbClr val="FFFEEF"/>
          </a:solidFill>
        </p:spPr>
        <p:txBody>
          <a:bodyPr wrap="none" rtlCol="0">
            <a:spAutoFit/>
          </a:bodyPr>
          <a:lstStyle/>
          <a:p>
            <a:r>
              <a:rPr lang="ca-ES">
                <a:latin typeface="Consolas" panose="020B0609020204030204" pitchFamily="49" charset="0"/>
              </a:rPr>
              <a:t>let </a:t>
            </a:r>
            <a:r>
              <a:rPr lang="ca-ES">
                <a:solidFill>
                  <a:srgbClr val="D50283"/>
                </a:solidFill>
                <a:latin typeface="Consolas" panose="020B0609020204030204" pitchFamily="49" charset="0"/>
              </a:rPr>
              <a:t>alumnes</a:t>
            </a:r>
            <a:r>
              <a:rPr lang="ca-ES">
                <a:latin typeface="Consolas" panose="020B0609020204030204" pitchFamily="49" charset="0"/>
              </a:rPr>
              <a:t> = ['Pep', 'Paco', 'Aina', 'Lluisa', 'Joan'];</a:t>
            </a:r>
          </a:p>
          <a:p>
            <a:r>
              <a:rPr lang="ca-ES">
                <a:latin typeface="Consolas" panose="020B0609020204030204" pitchFamily="49" charset="0"/>
              </a:rPr>
              <a:t>let </a:t>
            </a:r>
            <a:r>
              <a:rPr lang="ca-ES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contenido</a:t>
            </a:r>
            <a:r>
              <a:rPr lang="ca-ES">
                <a:latin typeface="Consolas" panose="020B0609020204030204" pitchFamily="49" charset="0"/>
              </a:rPr>
              <a:t> = </a:t>
            </a:r>
            <a:r>
              <a:rPr lang="ca-ES">
                <a:solidFill>
                  <a:srgbClr val="0000FF"/>
                </a:solidFill>
                <a:latin typeface="Consolas" panose="020B0609020204030204" pitchFamily="49" charset="0"/>
              </a:rPr>
              <a:t>"Contenido del Array alumnes:\n"</a:t>
            </a:r>
            <a:r>
              <a:rPr lang="ca-ES">
                <a:latin typeface="Consolas" panose="020B0609020204030204" pitchFamily="49" charset="0"/>
              </a:rPr>
              <a:t>;</a:t>
            </a:r>
          </a:p>
          <a:p>
            <a:r>
              <a:rPr lang="ca-ES">
                <a:latin typeface="Consolas" panose="020B0609020204030204" pitchFamily="49" charset="0"/>
              </a:rPr>
              <a:t>let </a:t>
            </a:r>
            <a:r>
              <a:rPr lang="ca-ES" b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ca-ES">
                <a:latin typeface="Consolas" panose="020B0609020204030204" pitchFamily="49" charset="0"/>
              </a:rPr>
              <a:t>=0;</a:t>
            </a:r>
          </a:p>
          <a:p>
            <a:endParaRPr lang="ca-ES">
              <a:latin typeface="Consolas" panose="020B0609020204030204" pitchFamily="49" charset="0"/>
            </a:endParaRPr>
          </a:p>
          <a:p>
            <a:r>
              <a:rPr lang="ca-ES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//Iterar</a:t>
            </a:r>
          </a:p>
          <a:p>
            <a:endParaRPr lang="ca-ES">
              <a:latin typeface="Consolas" panose="020B0609020204030204" pitchFamily="49" charset="0"/>
            </a:endParaRPr>
          </a:p>
          <a:p>
            <a:r>
              <a:rPr lang="es-ES" b="1">
                <a:latin typeface="Consolas" panose="020B0609020204030204" pitchFamily="49" charset="0"/>
              </a:rPr>
              <a:t>for</a:t>
            </a:r>
            <a:r>
              <a:rPr lang="es-ES">
                <a:latin typeface="Consolas" panose="020B0609020204030204" pitchFamily="49" charset="0"/>
              </a:rPr>
              <a:t> (let </a:t>
            </a:r>
            <a:r>
              <a:rPr lang="es-ES">
                <a:solidFill>
                  <a:srgbClr val="FF33CC"/>
                </a:solidFill>
                <a:latin typeface="Consolas" panose="020B0609020204030204" pitchFamily="49" charset="0"/>
              </a:rPr>
              <a:t>valor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 b="1">
                <a:latin typeface="Consolas" panose="020B0609020204030204" pitchFamily="49" charset="0"/>
              </a:rPr>
              <a:t>of</a:t>
            </a:r>
            <a:r>
              <a:rPr lang="es-ES">
                <a:latin typeface="Consolas" panose="020B0609020204030204" pitchFamily="49" charset="0"/>
              </a:rPr>
              <a:t> alumnes) { </a:t>
            </a:r>
          </a:p>
          <a:p>
            <a:r>
              <a:rPr lang="es-ES">
                <a:latin typeface="Consolas" panose="020B0609020204030204" pitchFamily="49" charset="0"/>
              </a:rPr>
              <a:t>  </a:t>
            </a:r>
            <a:r>
              <a:rPr lang="es-ES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contenido</a:t>
            </a:r>
            <a:r>
              <a:rPr lang="es-ES">
                <a:latin typeface="Consolas" panose="020B0609020204030204" pitchFamily="49" charset="0"/>
              </a:rPr>
              <a:t> += </a:t>
            </a:r>
            <a:r>
              <a:rPr lang="es-ES" b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s-ES">
                <a:latin typeface="Consolas" panose="020B0609020204030204" pitchFamily="49" charset="0"/>
              </a:rPr>
              <a:t> + " " + </a:t>
            </a:r>
            <a:r>
              <a:rPr lang="es-ES">
                <a:solidFill>
                  <a:srgbClr val="FF33CC"/>
                </a:solidFill>
                <a:latin typeface="Consolas" panose="020B0609020204030204" pitchFamily="49" charset="0"/>
              </a:rPr>
              <a:t>valor</a:t>
            </a:r>
            <a:r>
              <a:rPr lang="es-ES">
                <a:latin typeface="Consolas" panose="020B0609020204030204" pitchFamily="49" charset="0"/>
              </a:rPr>
              <a:t> + '\n';</a:t>
            </a:r>
          </a:p>
          <a:p>
            <a:r>
              <a:rPr lang="es-ES">
                <a:latin typeface="Consolas" panose="020B0609020204030204" pitchFamily="49" charset="0"/>
              </a:rPr>
              <a:t>  </a:t>
            </a:r>
            <a:r>
              <a:rPr lang="es-ES" b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s-ES">
                <a:latin typeface="Consolas" panose="020B0609020204030204" pitchFamily="49" charset="0"/>
              </a:rPr>
              <a:t>++;</a:t>
            </a:r>
          </a:p>
          <a:p>
            <a:r>
              <a:rPr lang="es-ES">
                <a:latin typeface="Consolas" panose="020B0609020204030204" pitchFamily="49" charset="0"/>
              </a:rPr>
              <a:t>}</a:t>
            </a:r>
            <a:r>
              <a:rPr lang="ca-ES">
                <a:latin typeface="Consolas" panose="020B0609020204030204" pitchFamily="49" charset="0"/>
              </a:rPr>
              <a:t>; </a:t>
            </a:r>
          </a:p>
          <a:p>
            <a:br>
              <a:rPr lang="ca-ES">
                <a:latin typeface="Consolas" panose="020B0609020204030204" pitchFamily="49" charset="0"/>
              </a:rPr>
            </a:br>
            <a:r>
              <a:rPr lang="ca-ES">
                <a:latin typeface="Consolas" panose="020B0609020204030204" pitchFamily="49" charset="0"/>
              </a:rPr>
              <a:t>alert(</a:t>
            </a:r>
            <a:r>
              <a:rPr lang="ca-ES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contenido</a:t>
            </a:r>
            <a:r>
              <a:rPr lang="ca-ES">
                <a:latin typeface="Consolas" panose="020B0609020204030204" pitchFamily="49" charset="0"/>
              </a:rPr>
              <a:t>);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6C95182-F964-4AFB-997B-A20F4E448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0908" y="3927731"/>
            <a:ext cx="4679085" cy="224047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DF3ADA4-168E-4B3D-AAB2-EA4D62A8D845}"/>
              </a:ext>
            </a:extLst>
          </p:cNvPr>
          <p:cNvSpPr/>
          <p:nvPr/>
        </p:nvSpPr>
        <p:spPr>
          <a:xfrm>
            <a:off x="8580520" y="1249647"/>
            <a:ext cx="320042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a-ES" sz="2000"/>
              <a:t>La sentència </a:t>
            </a:r>
            <a:r>
              <a:rPr lang="ca-ES" sz="2000" b="1">
                <a:solidFill>
                  <a:srgbClr val="D50283"/>
                </a:solidFill>
              </a:rPr>
              <a:t>for...of </a:t>
            </a:r>
            <a:r>
              <a:rPr lang="ca-ES" sz="2000"/>
              <a:t>executa un bloc de codi per a cada element d'un objecte iterable, com ho són: String, Arrays, </a:t>
            </a:r>
            <a:br>
              <a:rPr lang="ca-ES" sz="2000"/>
            </a:br>
            <a:r>
              <a:rPr lang="ca-ES" sz="2000"/>
              <a:t>i altres objectes com ara arguments TypedArray, Map, Set etc.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FB39D17-1BE2-4156-AA0E-E2D5ABB2F9ED}"/>
              </a:ext>
            </a:extLst>
          </p:cNvPr>
          <p:cNvSpPr/>
          <p:nvPr/>
        </p:nvSpPr>
        <p:spPr>
          <a:xfrm>
            <a:off x="664041" y="6477648"/>
            <a:ext cx="7661989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a-ES" sz="1500">
                <a:hlinkClick r:id="rId3"/>
              </a:rPr>
              <a:t>https://developer.mozilla.org/es/docs/Web/JavaScript/Reference/Statements/for...of</a:t>
            </a:r>
            <a:endParaRPr lang="ca-ES" sz="1500"/>
          </a:p>
        </p:txBody>
      </p:sp>
      <p:sp>
        <p:nvSpPr>
          <p:cNvPr id="8" name="Google Shape;364;p12">
            <a:extLst>
              <a:ext uri="{FF2B5EF4-FFF2-40B4-BE49-F238E27FC236}">
                <a16:creationId xmlns:a16="http://schemas.microsoft.com/office/drawing/2014/main" id="{8EE8F2F2-47D9-4074-B4C9-37D17A75ACE1}"/>
              </a:ext>
            </a:extLst>
          </p:cNvPr>
          <p:cNvSpPr/>
          <p:nvPr/>
        </p:nvSpPr>
        <p:spPr>
          <a:xfrm rot="5400000">
            <a:off x="6730901" y="3578082"/>
            <a:ext cx="828358" cy="484500"/>
          </a:xfrm>
          <a:prstGeom prst="rightArrow">
            <a:avLst>
              <a:gd name="adj1" fmla="val 50000"/>
              <a:gd name="adj2" fmla="val 113577"/>
            </a:avLst>
          </a:prstGeom>
          <a:gradFill>
            <a:gsLst>
              <a:gs pos="0">
                <a:srgbClr val="D59EB1"/>
              </a:gs>
              <a:gs pos="50000">
                <a:srgbClr val="D38EA6"/>
              </a:gs>
              <a:gs pos="100000">
                <a:srgbClr val="BD7991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944037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50283"/>
              </a:buClr>
              <a:buSzPts val="6000"/>
              <a:buFont typeface="Montserrat"/>
              <a:buNone/>
            </a:pPr>
            <a:r>
              <a:rPr lang="es-ES"/>
              <a:t>2</a:t>
            </a:r>
            <a:endParaRPr/>
          </a:p>
        </p:txBody>
      </p:sp>
      <p:sp>
        <p:nvSpPr>
          <p:cNvPr id="260" name="Google Shape;260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ES" sz="3200">
                <a:solidFill>
                  <a:schemeClr val="dk1"/>
                </a:solidFill>
              </a:rPr>
              <a:t>El bucle for</a:t>
            </a:r>
            <a:endParaRPr/>
          </a:p>
        </p:txBody>
      </p:sp>
      <p:sp>
        <p:nvSpPr>
          <p:cNvPr id="261" name="Google Shape;261;p10"/>
          <p:cNvSpPr txBox="1">
            <a:spLocks noGrp="1"/>
          </p:cNvSpPr>
          <p:nvPr>
            <p:ph type="sldNum" idx="12"/>
          </p:nvPr>
        </p:nvSpPr>
        <p:spPr>
          <a:xfrm>
            <a:off x="0" y="6356350"/>
            <a:ext cx="5481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9</a:t>
            </a:fld>
            <a:endParaRPr/>
          </a:p>
        </p:txBody>
      </p:sp>
      <p:grpSp>
        <p:nvGrpSpPr>
          <p:cNvPr id="262" name="Google Shape;262;p10"/>
          <p:cNvGrpSpPr/>
          <p:nvPr/>
        </p:nvGrpSpPr>
        <p:grpSpPr>
          <a:xfrm>
            <a:off x="6020076" y="1593079"/>
            <a:ext cx="4292600" cy="1624012"/>
            <a:chOff x="1473" y="3072"/>
            <a:chExt cx="2704" cy="1023"/>
          </a:xfrm>
        </p:grpSpPr>
        <p:grpSp>
          <p:nvGrpSpPr>
            <p:cNvPr id="263" name="Google Shape;263;p10"/>
            <p:cNvGrpSpPr/>
            <p:nvPr/>
          </p:nvGrpSpPr>
          <p:grpSpPr>
            <a:xfrm flipH="1">
              <a:off x="2832" y="3072"/>
              <a:ext cx="1345" cy="958"/>
              <a:chOff x="3408" y="2641"/>
              <a:chExt cx="2065" cy="1486"/>
            </a:xfrm>
          </p:grpSpPr>
          <p:grpSp>
            <p:nvGrpSpPr>
              <p:cNvPr id="264" name="Google Shape;264;p10"/>
              <p:cNvGrpSpPr/>
              <p:nvPr/>
            </p:nvGrpSpPr>
            <p:grpSpPr>
              <a:xfrm>
                <a:off x="4968" y="2641"/>
                <a:ext cx="505" cy="1486"/>
                <a:chOff x="4968" y="2641"/>
                <a:chExt cx="505" cy="1486"/>
              </a:xfrm>
            </p:grpSpPr>
            <p:sp>
              <p:nvSpPr>
                <p:cNvPr id="265" name="Google Shape;265;p10"/>
                <p:cNvSpPr/>
                <p:nvPr/>
              </p:nvSpPr>
              <p:spPr>
                <a:xfrm>
                  <a:off x="5118" y="2641"/>
                  <a:ext cx="326" cy="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" h="644" extrusionOk="0">
                      <a:moveTo>
                        <a:pt x="0" y="271"/>
                      </a:moveTo>
                      <a:lnTo>
                        <a:pt x="48" y="139"/>
                      </a:lnTo>
                      <a:lnTo>
                        <a:pt x="109" y="72"/>
                      </a:lnTo>
                      <a:lnTo>
                        <a:pt x="187" y="24"/>
                      </a:lnTo>
                      <a:lnTo>
                        <a:pt x="266" y="0"/>
                      </a:lnTo>
                      <a:lnTo>
                        <a:pt x="368" y="7"/>
                      </a:lnTo>
                      <a:lnTo>
                        <a:pt x="436" y="60"/>
                      </a:lnTo>
                      <a:lnTo>
                        <a:pt x="497" y="156"/>
                      </a:lnTo>
                      <a:lnTo>
                        <a:pt x="523" y="283"/>
                      </a:lnTo>
                      <a:lnTo>
                        <a:pt x="523" y="428"/>
                      </a:lnTo>
                      <a:lnTo>
                        <a:pt x="648" y="527"/>
                      </a:lnTo>
                      <a:lnTo>
                        <a:pt x="652" y="572"/>
                      </a:lnTo>
                      <a:lnTo>
                        <a:pt x="632" y="575"/>
                      </a:lnTo>
                      <a:lnTo>
                        <a:pt x="513" y="487"/>
                      </a:lnTo>
                      <a:lnTo>
                        <a:pt x="477" y="552"/>
                      </a:lnTo>
                      <a:lnTo>
                        <a:pt x="405" y="607"/>
                      </a:lnTo>
                      <a:lnTo>
                        <a:pt x="338" y="635"/>
                      </a:lnTo>
                      <a:lnTo>
                        <a:pt x="229" y="644"/>
                      </a:lnTo>
                      <a:lnTo>
                        <a:pt x="89" y="599"/>
                      </a:lnTo>
                      <a:lnTo>
                        <a:pt x="26" y="503"/>
                      </a:lnTo>
                      <a:lnTo>
                        <a:pt x="0" y="408"/>
                      </a:lnTo>
                      <a:lnTo>
                        <a:pt x="0" y="27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66" name="Google Shape;266;p10"/>
                <p:cNvSpPr/>
                <p:nvPr/>
              </p:nvSpPr>
              <p:spPr>
                <a:xfrm>
                  <a:off x="5084" y="2987"/>
                  <a:ext cx="291" cy="5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1" h="1036" extrusionOk="0">
                      <a:moveTo>
                        <a:pt x="84" y="67"/>
                      </a:moveTo>
                      <a:lnTo>
                        <a:pt x="156" y="23"/>
                      </a:lnTo>
                      <a:lnTo>
                        <a:pt x="239" y="7"/>
                      </a:lnTo>
                      <a:lnTo>
                        <a:pt x="317" y="0"/>
                      </a:lnTo>
                      <a:lnTo>
                        <a:pt x="422" y="12"/>
                      </a:lnTo>
                      <a:lnTo>
                        <a:pt x="535" y="67"/>
                      </a:lnTo>
                      <a:lnTo>
                        <a:pt x="581" y="166"/>
                      </a:lnTo>
                      <a:lnTo>
                        <a:pt x="581" y="318"/>
                      </a:lnTo>
                      <a:lnTo>
                        <a:pt x="577" y="462"/>
                      </a:lnTo>
                      <a:lnTo>
                        <a:pt x="520" y="681"/>
                      </a:lnTo>
                      <a:lnTo>
                        <a:pt x="472" y="860"/>
                      </a:lnTo>
                      <a:lnTo>
                        <a:pt x="422" y="975"/>
                      </a:lnTo>
                      <a:lnTo>
                        <a:pt x="313" y="1036"/>
                      </a:lnTo>
                      <a:lnTo>
                        <a:pt x="156" y="1023"/>
                      </a:lnTo>
                      <a:lnTo>
                        <a:pt x="78" y="932"/>
                      </a:lnTo>
                      <a:lnTo>
                        <a:pt x="32" y="796"/>
                      </a:lnTo>
                      <a:lnTo>
                        <a:pt x="6" y="644"/>
                      </a:lnTo>
                      <a:lnTo>
                        <a:pt x="0" y="417"/>
                      </a:lnTo>
                      <a:lnTo>
                        <a:pt x="21" y="258"/>
                      </a:lnTo>
                      <a:lnTo>
                        <a:pt x="52" y="115"/>
                      </a:lnTo>
                      <a:lnTo>
                        <a:pt x="84" y="6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67" name="Google Shape;267;p10"/>
                <p:cNvSpPr/>
                <p:nvPr/>
              </p:nvSpPr>
              <p:spPr>
                <a:xfrm>
                  <a:off x="4968" y="2986"/>
                  <a:ext cx="171" cy="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" h="1275" extrusionOk="0">
                      <a:moveTo>
                        <a:pt x="233" y="8"/>
                      </a:moveTo>
                      <a:lnTo>
                        <a:pt x="316" y="0"/>
                      </a:lnTo>
                      <a:lnTo>
                        <a:pt x="342" y="56"/>
                      </a:lnTo>
                      <a:lnTo>
                        <a:pt x="299" y="128"/>
                      </a:lnTo>
                      <a:lnTo>
                        <a:pt x="238" y="167"/>
                      </a:lnTo>
                      <a:lnTo>
                        <a:pt x="186" y="262"/>
                      </a:lnTo>
                      <a:lnTo>
                        <a:pt x="124" y="391"/>
                      </a:lnTo>
                      <a:lnTo>
                        <a:pt x="98" y="510"/>
                      </a:lnTo>
                      <a:lnTo>
                        <a:pt x="83" y="713"/>
                      </a:lnTo>
                      <a:lnTo>
                        <a:pt x="98" y="903"/>
                      </a:lnTo>
                      <a:lnTo>
                        <a:pt x="129" y="992"/>
                      </a:lnTo>
                      <a:lnTo>
                        <a:pt x="108" y="1087"/>
                      </a:lnTo>
                      <a:lnTo>
                        <a:pt x="83" y="1159"/>
                      </a:lnTo>
                      <a:lnTo>
                        <a:pt x="92" y="1275"/>
                      </a:lnTo>
                      <a:lnTo>
                        <a:pt x="51" y="1266"/>
                      </a:lnTo>
                      <a:lnTo>
                        <a:pt x="16" y="1171"/>
                      </a:lnTo>
                      <a:lnTo>
                        <a:pt x="0" y="1087"/>
                      </a:lnTo>
                      <a:lnTo>
                        <a:pt x="46" y="975"/>
                      </a:lnTo>
                      <a:lnTo>
                        <a:pt x="31" y="872"/>
                      </a:lnTo>
                      <a:lnTo>
                        <a:pt x="16" y="704"/>
                      </a:lnTo>
                      <a:lnTo>
                        <a:pt x="16" y="502"/>
                      </a:lnTo>
                      <a:lnTo>
                        <a:pt x="46" y="287"/>
                      </a:lnTo>
                      <a:lnTo>
                        <a:pt x="98" y="128"/>
                      </a:lnTo>
                      <a:lnTo>
                        <a:pt x="155" y="45"/>
                      </a:lnTo>
                      <a:lnTo>
                        <a:pt x="233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68" name="Google Shape;268;p10"/>
                <p:cNvSpPr/>
                <p:nvPr/>
              </p:nvSpPr>
              <p:spPr>
                <a:xfrm>
                  <a:off x="5341" y="3003"/>
                  <a:ext cx="109" cy="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" h="1211" extrusionOk="0">
                      <a:moveTo>
                        <a:pt x="4" y="3"/>
                      </a:moveTo>
                      <a:lnTo>
                        <a:pt x="93" y="0"/>
                      </a:lnTo>
                      <a:lnTo>
                        <a:pt x="155" y="95"/>
                      </a:lnTo>
                      <a:lnTo>
                        <a:pt x="218" y="358"/>
                      </a:lnTo>
                      <a:lnTo>
                        <a:pt x="218" y="661"/>
                      </a:lnTo>
                      <a:lnTo>
                        <a:pt x="187" y="920"/>
                      </a:lnTo>
                      <a:lnTo>
                        <a:pt x="218" y="1008"/>
                      </a:lnTo>
                      <a:lnTo>
                        <a:pt x="218" y="1127"/>
                      </a:lnTo>
                      <a:lnTo>
                        <a:pt x="187" y="1211"/>
                      </a:lnTo>
                      <a:lnTo>
                        <a:pt x="145" y="1135"/>
                      </a:lnTo>
                      <a:lnTo>
                        <a:pt x="124" y="1020"/>
                      </a:lnTo>
                      <a:lnTo>
                        <a:pt x="78" y="932"/>
                      </a:lnTo>
                      <a:lnTo>
                        <a:pt x="130" y="853"/>
                      </a:lnTo>
                      <a:lnTo>
                        <a:pt x="161" y="661"/>
                      </a:lnTo>
                      <a:lnTo>
                        <a:pt x="161" y="482"/>
                      </a:lnTo>
                      <a:lnTo>
                        <a:pt x="130" y="303"/>
                      </a:lnTo>
                      <a:lnTo>
                        <a:pt x="67" y="171"/>
                      </a:lnTo>
                      <a:lnTo>
                        <a:pt x="0" y="107"/>
                      </a:lnTo>
                      <a:lnTo>
                        <a:pt x="4" y="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69" name="Google Shape;269;p10"/>
                <p:cNvSpPr/>
                <p:nvPr/>
              </p:nvSpPr>
              <p:spPr>
                <a:xfrm>
                  <a:off x="5085" y="3402"/>
                  <a:ext cx="244" cy="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0" h="1452" extrusionOk="0">
                      <a:moveTo>
                        <a:pt x="48" y="0"/>
                      </a:moveTo>
                      <a:lnTo>
                        <a:pt x="105" y="60"/>
                      </a:lnTo>
                      <a:lnTo>
                        <a:pt x="128" y="122"/>
                      </a:lnTo>
                      <a:lnTo>
                        <a:pt x="151" y="333"/>
                      </a:lnTo>
                      <a:lnTo>
                        <a:pt x="161" y="474"/>
                      </a:lnTo>
                      <a:lnTo>
                        <a:pt x="161" y="715"/>
                      </a:lnTo>
                      <a:lnTo>
                        <a:pt x="158" y="943"/>
                      </a:lnTo>
                      <a:lnTo>
                        <a:pt x="135" y="1124"/>
                      </a:lnTo>
                      <a:lnTo>
                        <a:pt x="117" y="1180"/>
                      </a:lnTo>
                      <a:lnTo>
                        <a:pt x="237" y="1210"/>
                      </a:lnTo>
                      <a:lnTo>
                        <a:pt x="338" y="1246"/>
                      </a:lnTo>
                      <a:lnTo>
                        <a:pt x="474" y="1321"/>
                      </a:lnTo>
                      <a:lnTo>
                        <a:pt x="490" y="1351"/>
                      </a:lnTo>
                      <a:lnTo>
                        <a:pt x="477" y="1407"/>
                      </a:lnTo>
                      <a:lnTo>
                        <a:pt x="410" y="1452"/>
                      </a:lnTo>
                      <a:lnTo>
                        <a:pt x="384" y="1427"/>
                      </a:lnTo>
                      <a:lnTo>
                        <a:pt x="361" y="1366"/>
                      </a:lnTo>
                      <a:lnTo>
                        <a:pt x="296" y="1316"/>
                      </a:lnTo>
                      <a:lnTo>
                        <a:pt x="184" y="1260"/>
                      </a:lnTo>
                      <a:lnTo>
                        <a:pt x="112" y="1246"/>
                      </a:lnTo>
                      <a:lnTo>
                        <a:pt x="26" y="1246"/>
                      </a:lnTo>
                      <a:lnTo>
                        <a:pt x="26" y="1200"/>
                      </a:lnTo>
                      <a:lnTo>
                        <a:pt x="68" y="1149"/>
                      </a:lnTo>
                      <a:lnTo>
                        <a:pt x="105" y="988"/>
                      </a:lnTo>
                      <a:lnTo>
                        <a:pt x="117" y="817"/>
                      </a:lnTo>
                      <a:lnTo>
                        <a:pt x="112" y="666"/>
                      </a:lnTo>
                      <a:lnTo>
                        <a:pt x="105" y="474"/>
                      </a:lnTo>
                      <a:lnTo>
                        <a:pt x="82" y="308"/>
                      </a:lnTo>
                      <a:lnTo>
                        <a:pt x="34" y="186"/>
                      </a:lnTo>
                      <a:lnTo>
                        <a:pt x="0" y="76"/>
                      </a:lnTo>
                      <a:lnTo>
                        <a:pt x="11" y="36"/>
                      </a:lnTo>
                      <a:lnTo>
                        <a:pt x="4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70" name="Google Shape;270;p10"/>
                <p:cNvSpPr/>
                <p:nvPr/>
              </p:nvSpPr>
              <p:spPr>
                <a:xfrm>
                  <a:off x="5247" y="3402"/>
                  <a:ext cx="226" cy="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1" h="1308" extrusionOk="0">
                      <a:moveTo>
                        <a:pt x="0" y="103"/>
                      </a:moveTo>
                      <a:lnTo>
                        <a:pt x="0" y="20"/>
                      </a:lnTo>
                      <a:lnTo>
                        <a:pt x="46" y="0"/>
                      </a:lnTo>
                      <a:lnTo>
                        <a:pt x="118" y="0"/>
                      </a:lnTo>
                      <a:lnTo>
                        <a:pt x="170" y="48"/>
                      </a:lnTo>
                      <a:lnTo>
                        <a:pt x="181" y="91"/>
                      </a:lnTo>
                      <a:lnTo>
                        <a:pt x="170" y="187"/>
                      </a:lnTo>
                      <a:lnTo>
                        <a:pt x="135" y="306"/>
                      </a:lnTo>
                      <a:lnTo>
                        <a:pt x="118" y="490"/>
                      </a:lnTo>
                      <a:lnTo>
                        <a:pt x="108" y="609"/>
                      </a:lnTo>
                      <a:lnTo>
                        <a:pt x="108" y="629"/>
                      </a:lnTo>
                      <a:lnTo>
                        <a:pt x="124" y="796"/>
                      </a:lnTo>
                      <a:lnTo>
                        <a:pt x="150" y="891"/>
                      </a:lnTo>
                      <a:lnTo>
                        <a:pt x="170" y="967"/>
                      </a:lnTo>
                      <a:lnTo>
                        <a:pt x="165" y="999"/>
                      </a:lnTo>
                      <a:lnTo>
                        <a:pt x="233" y="1086"/>
                      </a:lnTo>
                      <a:lnTo>
                        <a:pt x="305" y="1141"/>
                      </a:lnTo>
                      <a:lnTo>
                        <a:pt x="383" y="1193"/>
                      </a:lnTo>
                      <a:lnTo>
                        <a:pt x="451" y="1218"/>
                      </a:lnTo>
                      <a:lnTo>
                        <a:pt x="451" y="1261"/>
                      </a:lnTo>
                      <a:lnTo>
                        <a:pt x="414" y="1297"/>
                      </a:lnTo>
                      <a:lnTo>
                        <a:pt x="326" y="1308"/>
                      </a:lnTo>
                      <a:lnTo>
                        <a:pt x="263" y="1285"/>
                      </a:lnTo>
                      <a:lnTo>
                        <a:pt x="263" y="1253"/>
                      </a:lnTo>
                      <a:lnTo>
                        <a:pt x="211" y="1141"/>
                      </a:lnTo>
                      <a:lnTo>
                        <a:pt x="124" y="1082"/>
                      </a:lnTo>
                      <a:lnTo>
                        <a:pt x="61" y="1022"/>
                      </a:lnTo>
                      <a:lnTo>
                        <a:pt x="15" y="990"/>
                      </a:lnTo>
                      <a:lnTo>
                        <a:pt x="30" y="950"/>
                      </a:lnTo>
                      <a:lnTo>
                        <a:pt x="56" y="843"/>
                      </a:lnTo>
                      <a:lnTo>
                        <a:pt x="56" y="640"/>
                      </a:lnTo>
                      <a:lnTo>
                        <a:pt x="46" y="497"/>
                      </a:lnTo>
                      <a:lnTo>
                        <a:pt x="46" y="354"/>
                      </a:lnTo>
                      <a:lnTo>
                        <a:pt x="41" y="199"/>
                      </a:lnTo>
                      <a:lnTo>
                        <a:pt x="0" y="10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271" name="Google Shape;271;p10"/>
              <p:cNvGrpSpPr/>
              <p:nvPr/>
            </p:nvGrpSpPr>
            <p:grpSpPr>
              <a:xfrm>
                <a:off x="4494" y="2725"/>
                <a:ext cx="377" cy="1222"/>
                <a:chOff x="4494" y="2725"/>
                <a:chExt cx="377" cy="1222"/>
              </a:xfrm>
            </p:grpSpPr>
            <p:sp>
              <p:nvSpPr>
                <p:cNvPr id="272" name="Google Shape;272;p10"/>
                <p:cNvSpPr/>
                <p:nvPr/>
              </p:nvSpPr>
              <p:spPr>
                <a:xfrm>
                  <a:off x="4605" y="2725"/>
                  <a:ext cx="246" cy="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2" h="524" extrusionOk="0">
                      <a:moveTo>
                        <a:pt x="0" y="221"/>
                      </a:moveTo>
                      <a:lnTo>
                        <a:pt x="35" y="114"/>
                      </a:lnTo>
                      <a:lnTo>
                        <a:pt x="83" y="59"/>
                      </a:lnTo>
                      <a:lnTo>
                        <a:pt x="141" y="19"/>
                      </a:lnTo>
                      <a:lnTo>
                        <a:pt x="199" y="0"/>
                      </a:lnTo>
                      <a:lnTo>
                        <a:pt x="278" y="6"/>
                      </a:lnTo>
                      <a:lnTo>
                        <a:pt x="328" y="48"/>
                      </a:lnTo>
                      <a:lnTo>
                        <a:pt x="376" y="127"/>
                      </a:lnTo>
                      <a:lnTo>
                        <a:pt x="396" y="231"/>
                      </a:lnTo>
                      <a:lnTo>
                        <a:pt x="396" y="349"/>
                      </a:lnTo>
                      <a:lnTo>
                        <a:pt x="489" y="430"/>
                      </a:lnTo>
                      <a:lnTo>
                        <a:pt x="492" y="465"/>
                      </a:lnTo>
                      <a:lnTo>
                        <a:pt x="477" y="469"/>
                      </a:lnTo>
                      <a:lnTo>
                        <a:pt x="388" y="397"/>
                      </a:lnTo>
                      <a:lnTo>
                        <a:pt x="361" y="449"/>
                      </a:lnTo>
                      <a:lnTo>
                        <a:pt x="305" y="495"/>
                      </a:lnTo>
                      <a:lnTo>
                        <a:pt x="255" y="517"/>
                      </a:lnTo>
                      <a:lnTo>
                        <a:pt x="173" y="524"/>
                      </a:lnTo>
                      <a:lnTo>
                        <a:pt x="68" y="488"/>
                      </a:lnTo>
                      <a:lnTo>
                        <a:pt x="20" y="410"/>
                      </a:lnTo>
                      <a:lnTo>
                        <a:pt x="0" y="332"/>
                      </a:lnTo>
                      <a:lnTo>
                        <a:pt x="0" y="2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73" name="Google Shape;273;p10"/>
                <p:cNvSpPr/>
                <p:nvPr/>
              </p:nvSpPr>
              <p:spPr>
                <a:xfrm>
                  <a:off x="4581" y="3009"/>
                  <a:ext cx="215" cy="4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2" h="851" extrusionOk="0">
                      <a:moveTo>
                        <a:pt x="63" y="55"/>
                      </a:moveTo>
                      <a:lnTo>
                        <a:pt x="117" y="19"/>
                      </a:lnTo>
                      <a:lnTo>
                        <a:pt x="178" y="6"/>
                      </a:lnTo>
                      <a:lnTo>
                        <a:pt x="237" y="0"/>
                      </a:lnTo>
                      <a:lnTo>
                        <a:pt x="313" y="9"/>
                      </a:lnTo>
                      <a:lnTo>
                        <a:pt x="398" y="55"/>
                      </a:lnTo>
                      <a:lnTo>
                        <a:pt x="432" y="136"/>
                      </a:lnTo>
                      <a:lnTo>
                        <a:pt x="432" y="261"/>
                      </a:lnTo>
                      <a:lnTo>
                        <a:pt x="428" y="379"/>
                      </a:lnTo>
                      <a:lnTo>
                        <a:pt x="386" y="559"/>
                      </a:lnTo>
                      <a:lnTo>
                        <a:pt x="352" y="707"/>
                      </a:lnTo>
                      <a:lnTo>
                        <a:pt x="313" y="802"/>
                      </a:lnTo>
                      <a:lnTo>
                        <a:pt x="232" y="851"/>
                      </a:lnTo>
                      <a:lnTo>
                        <a:pt x="117" y="841"/>
                      </a:lnTo>
                      <a:lnTo>
                        <a:pt x="59" y="765"/>
                      </a:lnTo>
                      <a:lnTo>
                        <a:pt x="25" y="655"/>
                      </a:lnTo>
                      <a:lnTo>
                        <a:pt x="5" y="530"/>
                      </a:lnTo>
                      <a:lnTo>
                        <a:pt x="0" y="343"/>
                      </a:lnTo>
                      <a:lnTo>
                        <a:pt x="17" y="212"/>
                      </a:lnTo>
                      <a:lnTo>
                        <a:pt x="40" y="94"/>
                      </a:lnTo>
                      <a:lnTo>
                        <a:pt x="63" y="5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74" name="Google Shape;274;p10"/>
                <p:cNvSpPr/>
                <p:nvPr/>
              </p:nvSpPr>
              <p:spPr>
                <a:xfrm>
                  <a:off x="4494" y="3009"/>
                  <a:ext cx="127" cy="5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" h="1046" extrusionOk="0">
                      <a:moveTo>
                        <a:pt x="173" y="7"/>
                      </a:moveTo>
                      <a:lnTo>
                        <a:pt x="235" y="0"/>
                      </a:lnTo>
                      <a:lnTo>
                        <a:pt x="255" y="46"/>
                      </a:lnTo>
                      <a:lnTo>
                        <a:pt x="224" y="105"/>
                      </a:lnTo>
                      <a:lnTo>
                        <a:pt x="178" y="138"/>
                      </a:lnTo>
                      <a:lnTo>
                        <a:pt x="140" y="215"/>
                      </a:lnTo>
                      <a:lnTo>
                        <a:pt x="92" y="320"/>
                      </a:lnTo>
                      <a:lnTo>
                        <a:pt x="74" y="418"/>
                      </a:lnTo>
                      <a:lnTo>
                        <a:pt x="62" y="585"/>
                      </a:lnTo>
                      <a:lnTo>
                        <a:pt x="74" y="742"/>
                      </a:lnTo>
                      <a:lnTo>
                        <a:pt x="97" y="814"/>
                      </a:lnTo>
                      <a:lnTo>
                        <a:pt x="81" y="893"/>
                      </a:lnTo>
                      <a:lnTo>
                        <a:pt x="62" y="952"/>
                      </a:lnTo>
                      <a:lnTo>
                        <a:pt x="69" y="1046"/>
                      </a:lnTo>
                      <a:lnTo>
                        <a:pt x="38" y="1039"/>
                      </a:lnTo>
                      <a:lnTo>
                        <a:pt x="12" y="961"/>
                      </a:lnTo>
                      <a:lnTo>
                        <a:pt x="0" y="893"/>
                      </a:lnTo>
                      <a:lnTo>
                        <a:pt x="35" y="801"/>
                      </a:lnTo>
                      <a:lnTo>
                        <a:pt x="23" y="716"/>
                      </a:lnTo>
                      <a:lnTo>
                        <a:pt x="12" y="578"/>
                      </a:lnTo>
                      <a:lnTo>
                        <a:pt x="12" y="412"/>
                      </a:lnTo>
                      <a:lnTo>
                        <a:pt x="35" y="235"/>
                      </a:lnTo>
                      <a:lnTo>
                        <a:pt x="74" y="105"/>
                      </a:lnTo>
                      <a:lnTo>
                        <a:pt x="115" y="36"/>
                      </a:lnTo>
                      <a:lnTo>
                        <a:pt x="173" y="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75" name="Google Shape;275;p10"/>
                <p:cNvSpPr/>
                <p:nvPr/>
              </p:nvSpPr>
              <p:spPr>
                <a:xfrm>
                  <a:off x="4774" y="3022"/>
                  <a:ext cx="80" cy="4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" h="993" extrusionOk="0">
                      <a:moveTo>
                        <a:pt x="3" y="2"/>
                      </a:moveTo>
                      <a:lnTo>
                        <a:pt x="69" y="0"/>
                      </a:lnTo>
                      <a:lnTo>
                        <a:pt x="114" y="77"/>
                      </a:lnTo>
                      <a:lnTo>
                        <a:pt x="160" y="293"/>
                      </a:lnTo>
                      <a:lnTo>
                        <a:pt x="160" y="542"/>
                      </a:lnTo>
                      <a:lnTo>
                        <a:pt x="137" y="754"/>
                      </a:lnTo>
                      <a:lnTo>
                        <a:pt x="160" y="825"/>
                      </a:lnTo>
                      <a:lnTo>
                        <a:pt x="160" y="923"/>
                      </a:lnTo>
                      <a:lnTo>
                        <a:pt x="137" y="993"/>
                      </a:lnTo>
                      <a:lnTo>
                        <a:pt x="106" y="930"/>
                      </a:lnTo>
                      <a:lnTo>
                        <a:pt x="91" y="835"/>
                      </a:lnTo>
                      <a:lnTo>
                        <a:pt x="57" y="763"/>
                      </a:lnTo>
                      <a:lnTo>
                        <a:pt x="95" y="698"/>
                      </a:lnTo>
                      <a:lnTo>
                        <a:pt x="118" y="542"/>
                      </a:lnTo>
                      <a:lnTo>
                        <a:pt x="118" y="394"/>
                      </a:lnTo>
                      <a:lnTo>
                        <a:pt x="95" y="247"/>
                      </a:lnTo>
                      <a:lnTo>
                        <a:pt x="49" y="140"/>
                      </a:lnTo>
                      <a:lnTo>
                        <a:pt x="0" y="87"/>
                      </a:lnTo>
                      <a:lnTo>
                        <a:pt x="3" y="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76" name="Google Shape;276;p10"/>
                <p:cNvSpPr/>
                <p:nvPr/>
              </p:nvSpPr>
              <p:spPr>
                <a:xfrm>
                  <a:off x="4582" y="3350"/>
                  <a:ext cx="181" cy="5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" h="1194" extrusionOk="0">
                      <a:moveTo>
                        <a:pt x="35" y="0"/>
                      </a:moveTo>
                      <a:lnTo>
                        <a:pt x="78" y="49"/>
                      </a:lnTo>
                      <a:lnTo>
                        <a:pt x="94" y="100"/>
                      </a:lnTo>
                      <a:lnTo>
                        <a:pt x="110" y="273"/>
                      </a:lnTo>
                      <a:lnTo>
                        <a:pt x="120" y="390"/>
                      </a:lnTo>
                      <a:lnTo>
                        <a:pt x="120" y="589"/>
                      </a:lnTo>
                      <a:lnTo>
                        <a:pt x="117" y="775"/>
                      </a:lnTo>
                      <a:lnTo>
                        <a:pt x="100" y="925"/>
                      </a:lnTo>
                      <a:lnTo>
                        <a:pt x="86" y="970"/>
                      </a:lnTo>
                      <a:lnTo>
                        <a:pt x="175" y="995"/>
                      </a:lnTo>
                      <a:lnTo>
                        <a:pt x="252" y="1025"/>
                      </a:lnTo>
                      <a:lnTo>
                        <a:pt x="351" y="1086"/>
                      </a:lnTo>
                      <a:lnTo>
                        <a:pt x="364" y="1112"/>
                      </a:lnTo>
                      <a:lnTo>
                        <a:pt x="354" y="1157"/>
                      </a:lnTo>
                      <a:lnTo>
                        <a:pt x="304" y="1194"/>
                      </a:lnTo>
                      <a:lnTo>
                        <a:pt x="284" y="1173"/>
                      </a:lnTo>
                      <a:lnTo>
                        <a:pt x="268" y="1124"/>
                      </a:lnTo>
                      <a:lnTo>
                        <a:pt x="221" y="1082"/>
                      </a:lnTo>
                      <a:lnTo>
                        <a:pt x="137" y="1036"/>
                      </a:lnTo>
                      <a:lnTo>
                        <a:pt x="83" y="1025"/>
                      </a:lnTo>
                      <a:lnTo>
                        <a:pt x="18" y="1025"/>
                      </a:lnTo>
                      <a:lnTo>
                        <a:pt x="18" y="987"/>
                      </a:lnTo>
                      <a:lnTo>
                        <a:pt x="49" y="946"/>
                      </a:lnTo>
                      <a:lnTo>
                        <a:pt x="78" y="813"/>
                      </a:lnTo>
                      <a:lnTo>
                        <a:pt x="86" y="671"/>
                      </a:lnTo>
                      <a:lnTo>
                        <a:pt x="83" y="548"/>
                      </a:lnTo>
                      <a:lnTo>
                        <a:pt x="78" y="390"/>
                      </a:lnTo>
                      <a:lnTo>
                        <a:pt x="61" y="253"/>
                      </a:lnTo>
                      <a:lnTo>
                        <a:pt x="25" y="153"/>
                      </a:lnTo>
                      <a:lnTo>
                        <a:pt x="0" y="62"/>
                      </a:lnTo>
                      <a:lnTo>
                        <a:pt x="8" y="29"/>
                      </a:lnTo>
                      <a:lnTo>
                        <a:pt x="3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77" name="Google Shape;277;p10"/>
                <p:cNvSpPr/>
                <p:nvPr/>
              </p:nvSpPr>
              <p:spPr>
                <a:xfrm>
                  <a:off x="4702" y="3350"/>
                  <a:ext cx="169" cy="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" h="1074" extrusionOk="0">
                      <a:moveTo>
                        <a:pt x="0" y="85"/>
                      </a:moveTo>
                      <a:lnTo>
                        <a:pt x="0" y="16"/>
                      </a:lnTo>
                      <a:lnTo>
                        <a:pt x="35" y="0"/>
                      </a:lnTo>
                      <a:lnTo>
                        <a:pt x="89" y="0"/>
                      </a:lnTo>
                      <a:lnTo>
                        <a:pt x="129" y="40"/>
                      </a:lnTo>
                      <a:lnTo>
                        <a:pt x="136" y="75"/>
                      </a:lnTo>
                      <a:lnTo>
                        <a:pt x="129" y="154"/>
                      </a:lnTo>
                      <a:lnTo>
                        <a:pt x="101" y="252"/>
                      </a:lnTo>
                      <a:lnTo>
                        <a:pt x="89" y="402"/>
                      </a:lnTo>
                      <a:lnTo>
                        <a:pt x="81" y="501"/>
                      </a:lnTo>
                      <a:lnTo>
                        <a:pt x="81" y="516"/>
                      </a:lnTo>
                      <a:lnTo>
                        <a:pt x="93" y="654"/>
                      </a:lnTo>
                      <a:lnTo>
                        <a:pt x="113" y="731"/>
                      </a:lnTo>
                      <a:lnTo>
                        <a:pt x="129" y="794"/>
                      </a:lnTo>
                      <a:lnTo>
                        <a:pt x="124" y="820"/>
                      </a:lnTo>
                      <a:lnTo>
                        <a:pt x="175" y="892"/>
                      </a:lnTo>
                      <a:lnTo>
                        <a:pt x="228" y="938"/>
                      </a:lnTo>
                      <a:lnTo>
                        <a:pt x="287" y="980"/>
                      </a:lnTo>
                      <a:lnTo>
                        <a:pt x="337" y="1000"/>
                      </a:lnTo>
                      <a:lnTo>
                        <a:pt x="337" y="1035"/>
                      </a:lnTo>
                      <a:lnTo>
                        <a:pt x="311" y="1065"/>
                      </a:lnTo>
                      <a:lnTo>
                        <a:pt x="245" y="1074"/>
                      </a:lnTo>
                      <a:lnTo>
                        <a:pt x="198" y="1055"/>
                      </a:lnTo>
                      <a:lnTo>
                        <a:pt x="198" y="1030"/>
                      </a:lnTo>
                      <a:lnTo>
                        <a:pt x="159" y="938"/>
                      </a:lnTo>
                      <a:lnTo>
                        <a:pt x="93" y="888"/>
                      </a:lnTo>
                      <a:lnTo>
                        <a:pt x="47" y="840"/>
                      </a:lnTo>
                      <a:lnTo>
                        <a:pt x="12" y="814"/>
                      </a:lnTo>
                      <a:lnTo>
                        <a:pt x="23" y="781"/>
                      </a:lnTo>
                      <a:lnTo>
                        <a:pt x="43" y="693"/>
                      </a:lnTo>
                      <a:lnTo>
                        <a:pt x="43" y="526"/>
                      </a:lnTo>
                      <a:lnTo>
                        <a:pt x="35" y="409"/>
                      </a:lnTo>
                      <a:lnTo>
                        <a:pt x="35" y="291"/>
                      </a:lnTo>
                      <a:lnTo>
                        <a:pt x="31" y="164"/>
                      </a:lnTo>
                      <a:lnTo>
                        <a:pt x="0" y="8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278" name="Google Shape;278;p10"/>
              <p:cNvGrpSpPr/>
              <p:nvPr/>
            </p:nvGrpSpPr>
            <p:grpSpPr>
              <a:xfrm>
                <a:off x="3805" y="2980"/>
                <a:ext cx="197" cy="786"/>
                <a:chOff x="3805" y="2980"/>
                <a:chExt cx="197" cy="786"/>
              </a:xfrm>
            </p:grpSpPr>
            <p:sp>
              <p:nvSpPr>
                <p:cNvPr id="279" name="Google Shape;279;p10"/>
                <p:cNvSpPr/>
                <p:nvPr/>
              </p:nvSpPr>
              <p:spPr>
                <a:xfrm>
                  <a:off x="3862" y="2980"/>
                  <a:ext cx="129" cy="1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" h="338" extrusionOk="0">
                      <a:moveTo>
                        <a:pt x="0" y="144"/>
                      </a:moveTo>
                      <a:lnTo>
                        <a:pt x="19" y="74"/>
                      </a:lnTo>
                      <a:lnTo>
                        <a:pt x="43" y="37"/>
                      </a:lnTo>
                      <a:lnTo>
                        <a:pt x="74" y="13"/>
                      </a:lnTo>
                      <a:lnTo>
                        <a:pt x="104" y="0"/>
                      </a:lnTo>
                      <a:lnTo>
                        <a:pt x="146" y="5"/>
                      </a:lnTo>
                      <a:lnTo>
                        <a:pt x="172" y="32"/>
                      </a:lnTo>
                      <a:lnTo>
                        <a:pt x="196" y="82"/>
                      </a:lnTo>
                      <a:lnTo>
                        <a:pt x="207" y="149"/>
                      </a:lnTo>
                      <a:lnTo>
                        <a:pt x="207" y="225"/>
                      </a:lnTo>
                      <a:lnTo>
                        <a:pt x="256" y="278"/>
                      </a:lnTo>
                      <a:lnTo>
                        <a:pt x="258" y="300"/>
                      </a:lnTo>
                      <a:lnTo>
                        <a:pt x="250" y="303"/>
                      </a:lnTo>
                      <a:lnTo>
                        <a:pt x="203" y="257"/>
                      </a:lnTo>
                      <a:lnTo>
                        <a:pt x="189" y="290"/>
                      </a:lnTo>
                      <a:lnTo>
                        <a:pt x="160" y="319"/>
                      </a:lnTo>
                      <a:lnTo>
                        <a:pt x="134" y="334"/>
                      </a:lnTo>
                      <a:lnTo>
                        <a:pt x="91" y="338"/>
                      </a:lnTo>
                      <a:lnTo>
                        <a:pt x="35" y="316"/>
                      </a:lnTo>
                      <a:lnTo>
                        <a:pt x="11" y="265"/>
                      </a:lnTo>
                      <a:lnTo>
                        <a:pt x="0" y="214"/>
                      </a:lnTo>
                      <a:lnTo>
                        <a:pt x="0" y="14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80" name="Google Shape;280;p10"/>
                <p:cNvSpPr/>
                <p:nvPr/>
              </p:nvSpPr>
              <p:spPr>
                <a:xfrm>
                  <a:off x="3851" y="3164"/>
                  <a:ext cx="115" cy="2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" h="541" extrusionOk="0">
                      <a:moveTo>
                        <a:pt x="32" y="35"/>
                      </a:moveTo>
                      <a:lnTo>
                        <a:pt x="59" y="13"/>
                      </a:lnTo>
                      <a:lnTo>
                        <a:pt x="93" y="4"/>
                      </a:lnTo>
                      <a:lnTo>
                        <a:pt x="124" y="0"/>
                      </a:lnTo>
                      <a:lnTo>
                        <a:pt x="164" y="5"/>
                      </a:lnTo>
                      <a:lnTo>
                        <a:pt x="210" y="35"/>
                      </a:lnTo>
                      <a:lnTo>
                        <a:pt x="228" y="87"/>
                      </a:lnTo>
                      <a:lnTo>
                        <a:pt x="228" y="167"/>
                      </a:lnTo>
                      <a:lnTo>
                        <a:pt x="225" y="241"/>
                      </a:lnTo>
                      <a:lnTo>
                        <a:pt x="204" y="357"/>
                      </a:lnTo>
                      <a:lnTo>
                        <a:pt x="185" y="450"/>
                      </a:lnTo>
                      <a:lnTo>
                        <a:pt x="164" y="510"/>
                      </a:lnTo>
                      <a:lnTo>
                        <a:pt x="121" y="541"/>
                      </a:lnTo>
                      <a:lnTo>
                        <a:pt x="59" y="536"/>
                      </a:lnTo>
                      <a:lnTo>
                        <a:pt x="29" y="487"/>
                      </a:lnTo>
                      <a:lnTo>
                        <a:pt x="10" y="417"/>
                      </a:lnTo>
                      <a:lnTo>
                        <a:pt x="1" y="338"/>
                      </a:lnTo>
                      <a:lnTo>
                        <a:pt x="0" y="219"/>
                      </a:lnTo>
                      <a:lnTo>
                        <a:pt x="7" y="135"/>
                      </a:lnTo>
                      <a:lnTo>
                        <a:pt x="20" y="60"/>
                      </a:lnTo>
                      <a:lnTo>
                        <a:pt x="32" y="3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81" name="Google Shape;281;p10"/>
                <p:cNvSpPr/>
                <p:nvPr/>
              </p:nvSpPr>
              <p:spPr>
                <a:xfrm>
                  <a:off x="3805" y="3164"/>
                  <a:ext cx="66" cy="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" h="669" extrusionOk="0">
                      <a:moveTo>
                        <a:pt x="90" y="4"/>
                      </a:moveTo>
                      <a:lnTo>
                        <a:pt x="121" y="0"/>
                      </a:lnTo>
                      <a:lnTo>
                        <a:pt x="132" y="29"/>
                      </a:lnTo>
                      <a:lnTo>
                        <a:pt x="116" y="67"/>
                      </a:lnTo>
                      <a:lnTo>
                        <a:pt x="92" y="88"/>
                      </a:lnTo>
                      <a:lnTo>
                        <a:pt x="72" y="137"/>
                      </a:lnTo>
                      <a:lnTo>
                        <a:pt x="47" y="205"/>
                      </a:lnTo>
                      <a:lnTo>
                        <a:pt x="38" y="267"/>
                      </a:lnTo>
                      <a:lnTo>
                        <a:pt x="32" y="374"/>
                      </a:lnTo>
                      <a:lnTo>
                        <a:pt x="38" y="474"/>
                      </a:lnTo>
                      <a:lnTo>
                        <a:pt x="50" y="520"/>
                      </a:lnTo>
                      <a:lnTo>
                        <a:pt x="41" y="571"/>
                      </a:lnTo>
                      <a:lnTo>
                        <a:pt x="32" y="609"/>
                      </a:lnTo>
                      <a:lnTo>
                        <a:pt x="35" y="669"/>
                      </a:lnTo>
                      <a:lnTo>
                        <a:pt x="20" y="664"/>
                      </a:lnTo>
                      <a:lnTo>
                        <a:pt x="6" y="615"/>
                      </a:lnTo>
                      <a:lnTo>
                        <a:pt x="0" y="571"/>
                      </a:lnTo>
                      <a:lnTo>
                        <a:pt x="18" y="512"/>
                      </a:lnTo>
                      <a:lnTo>
                        <a:pt x="12" y="458"/>
                      </a:lnTo>
                      <a:lnTo>
                        <a:pt x="6" y="369"/>
                      </a:lnTo>
                      <a:lnTo>
                        <a:pt x="6" y="263"/>
                      </a:lnTo>
                      <a:lnTo>
                        <a:pt x="18" y="150"/>
                      </a:lnTo>
                      <a:lnTo>
                        <a:pt x="38" y="67"/>
                      </a:lnTo>
                      <a:lnTo>
                        <a:pt x="59" y="23"/>
                      </a:lnTo>
                      <a:lnTo>
                        <a:pt x="90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82" name="Google Shape;282;p10"/>
                <p:cNvSpPr/>
                <p:nvPr/>
              </p:nvSpPr>
              <p:spPr>
                <a:xfrm>
                  <a:off x="3953" y="3170"/>
                  <a:ext cx="40" cy="3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" h="641" extrusionOk="0">
                      <a:moveTo>
                        <a:pt x="2" y="3"/>
                      </a:moveTo>
                      <a:lnTo>
                        <a:pt x="34" y="0"/>
                      </a:lnTo>
                      <a:lnTo>
                        <a:pt x="57" y="51"/>
                      </a:lnTo>
                      <a:lnTo>
                        <a:pt x="81" y="190"/>
                      </a:lnTo>
                      <a:lnTo>
                        <a:pt x="81" y="350"/>
                      </a:lnTo>
                      <a:lnTo>
                        <a:pt x="69" y="487"/>
                      </a:lnTo>
                      <a:lnTo>
                        <a:pt x="81" y="534"/>
                      </a:lnTo>
                      <a:lnTo>
                        <a:pt x="81" y="596"/>
                      </a:lnTo>
                      <a:lnTo>
                        <a:pt x="69" y="641"/>
                      </a:lnTo>
                      <a:lnTo>
                        <a:pt x="54" y="601"/>
                      </a:lnTo>
                      <a:lnTo>
                        <a:pt x="46" y="540"/>
                      </a:lnTo>
                      <a:lnTo>
                        <a:pt x="28" y="494"/>
                      </a:lnTo>
                      <a:lnTo>
                        <a:pt x="48" y="452"/>
                      </a:lnTo>
                      <a:lnTo>
                        <a:pt x="60" y="350"/>
                      </a:lnTo>
                      <a:lnTo>
                        <a:pt x="60" y="256"/>
                      </a:lnTo>
                      <a:lnTo>
                        <a:pt x="48" y="161"/>
                      </a:lnTo>
                      <a:lnTo>
                        <a:pt x="25" y="91"/>
                      </a:lnTo>
                      <a:lnTo>
                        <a:pt x="0" y="57"/>
                      </a:lnTo>
                      <a:lnTo>
                        <a:pt x="2" y="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83" name="Google Shape;283;p10"/>
                <p:cNvSpPr/>
                <p:nvPr/>
              </p:nvSpPr>
              <p:spPr>
                <a:xfrm>
                  <a:off x="3851" y="3382"/>
                  <a:ext cx="93" cy="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" h="768" extrusionOk="0">
                      <a:moveTo>
                        <a:pt x="18" y="0"/>
                      </a:moveTo>
                      <a:lnTo>
                        <a:pt x="40" y="32"/>
                      </a:lnTo>
                      <a:lnTo>
                        <a:pt x="47" y="64"/>
                      </a:lnTo>
                      <a:lnTo>
                        <a:pt x="56" y="176"/>
                      </a:lnTo>
                      <a:lnTo>
                        <a:pt x="61" y="251"/>
                      </a:lnTo>
                      <a:lnTo>
                        <a:pt x="61" y="378"/>
                      </a:lnTo>
                      <a:lnTo>
                        <a:pt x="59" y="499"/>
                      </a:lnTo>
                      <a:lnTo>
                        <a:pt x="50" y="595"/>
                      </a:lnTo>
                      <a:lnTo>
                        <a:pt x="43" y="625"/>
                      </a:lnTo>
                      <a:lnTo>
                        <a:pt x="89" y="640"/>
                      </a:lnTo>
                      <a:lnTo>
                        <a:pt x="127" y="659"/>
                      </a:lnTo>
                      <a:lnTo>
                        <a:pt x="179" y="699"/>
                      </a:lnTo>
                      <a:lnTo>
                        <a:pt x="185" y="715"/>
                      </a:lnTo>
                      <a:lnTo>
                        <a:pt x="181" y="745"/>
                      </a:lnTo>
                      <a:lnTo>
                        <a:pt x="155" y="768"/>
                      </a:lnTo>
                      <a:lnTo>
                        <a:pt x="144" y="755"/>
                      </a:lnTo>
                      <a:lnTo>
                        <a:pt x="136" y="724"/>
                      </a:lnTo>
                      <a:lnTo>
                        <a:pt x="112" y="697"/>
                      </a:lnTo>
                      <a:lnTo>
                        <a:pt x="69" y="667"/>
                      </a:lnTo>
                      <a:lnTo>
                        <a:pt x="41" y="659"/>
                      </a:lnTo>
                      <a:lnTo>
                        <a:pt x="9" y="659"/>
                      </a:lnTo>
                      <a:lnTo>
                        <a:pt x="9" y="635"/>
                      </a:lnTo>
                      <a:lnTo>
                        <a:pt x="24" y="608"/>
                      </a:lnTo>
                      <a:lnTo>
                        <a:pt x="40" y="523"/>
                      </a:lnTo>
                      <a:lnTo>
                        <a:pt x="43" y="433"/>
                      </a:lnTo>
                      <a:lnTo>
                        <a:pt x="41" y="353"/>
                      </a:lnTo>
                      <a:lnTo>
                        <a:pt x="40" y="251"/>
                      </a:lnTo>
                      <a:lnTo>
                        <a:pt x="30" y="163"/>
                      </a:lnTo>
                      <a:lnTo>
                        <a:pt x="12" y="99"/>
                      </a:lnTo>
                      <a:lnTo>
                        <a:pt x="0" y="40"/>
                      </a:lnTo>
                      <a:lnTo>
                        <a:pt x="3" y="19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84" name="Google Shape;284;p10"/>
                <p:cNvSpPr/>
                <p:nvPr/>
              </p:nvSpPr>
              <p:spPr>
                <a:xfrm>
                  <a:off x="3915" y="3382"/>
                  <a:ext cx="87" cy="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" h="689" extrusionOk="0">
                      <a:moveTo>
                        <a:pt x="0" y="55"/>
                      </a:moveTo>
                      <a:lnTo>
                        <a:pt x="0" y="11"/>
                      </a:lnTo>
                      <a:lnTo>
                        <a:pt x="17" y="0"/>
                      </a:lnTo>
                      <a:lnTo>
                        <a:pt x="46" y="0"/>
                      </a:lnTo>
                      <a:lnTo>
                        <a:pt x="66" y="25"/>
                      </a:lnTo>
                      <a:lnTo>
                        <a:pt x="71" y="49"/>
                      </a:lnTo>
                      <a:lnTo>
                        <a:pt x="66" y="98"/>
                      </a:lnTo>
                      <a:lnTo>
                        <a:pt x="52" y="162"/>
                      </a:lnTo>
                      <a:lnTo>
                        <a:pt x="46" y="257"/>
                      </a:lnTo>
                      <a:lnTo>
                        <a:pt x="41" y="320"/>
                      </a:lnTo>
                      <a:lnTo>
                        <a:pt x="41" y="330"/>
                      </a:lnTo>
                      <a:lnTo>
                        <a:pt x="48" y="419"/>
                      </a:lnTo>
                      <a:lnTo>
                        <a:pt x="58" y="469"/>
                      </a:lnTo>
                      <a:lnTo>
                        <a:pt x="66" y="508"/>
                      </a:lnTo>
                      <a:lnTo>
                        <a:pt x="64" y="525"/>
                      </a:lnTo>
                      <a:lnTo>
                        <a:pt x="90" y="571"/>
                      </a:lnTo>
                      <a:lnTo>
                        <a:pt x="118" y="600"/>
                      </a:lnTo>
                      <a:lnTo>
                        <a:pt x="149" y="627"/>
                      </a:lnTo>
                      <a:lnTo>
                        <a:pt x="175" y="640"/>
                      </a:lnTo>
                      <a:lnTo>
                        <a:pt x="175" y="664"/>
                      </a:lnTo>
                      <a:lnTo>
                        <a:pt x="160" y="683"/>
                      </a:lnTo>
                      <a:lnTo>
                        <a:pt x="126" y="689"/>
                      </a:lnTo>
                      <a:lnTo>
                        <a:pt x="101" y="676"/>
                      </a:lnTo>
                      <a:lnTo>
                        <a:pt x="101" y="659"/>
                      </a:lnTo>
                      <a:lnTo>
                        <a:pt x="81" y="600"/>
                      </a:lnTo>
                      <a:lnTo>
                        <a:pt x="48" y="570"/>
                      </a:lnTo>
                      <a:lnTo>
                        <a:pt x="23" y="538"/>
                      </a:lnTo>
                      <a:lnTo>
                        <a:pt x="6" y="521"/>
                      </a:lnTo>
                      <a:lnTo>
                        <a:pt x="12" y="500"/>
                      </a:lnTo>
                      <a:lnTo>
                        <a:pt x="21" y="443"/>
                      </a:lnTo>
                      <a:lnTo>
                        <a:pt x="21" y="337"/>
                      </a:lnTo>
                      <a:lnTo>
                        <a:pt x="17" y="262"/>
                      </a:lnTo>
                      <a:lnTo>
                        <a:pt x="17" y="187"/>
                      </a:lnTo>
                      <a:lnTo>
                        <a:pt x="15" y="105"/>
                      </a:lnTo>
                      <a:lnTo>
                        <a:pt x="0" y="5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285" name="Google Shape;285;p10"/>
              <p:cNvGrpSpPr/>
              <p:nvPr/>
            </p:nvGrpSpPr>
            <p:grpSpPr>
              <a:xfrm>
                <a:off x="4097" y="2814"/>
                <a:ext cx="275" cy="1001"/>
                <a:chOff x="4097" y="2814"/>
                <a:chExt cx="275" cy="1001"/>
              </a:xfrm>
            </p:grpSpPr>
            <p:sp>
              <p:nvSpPr>
                <p:cNvPr id="286" name="Google Shape;286;p10"/>
                <p:cNvSpPr/>
                <p:nvPr/>
              </p:nvSpPr>
              <p:spPr>
                <a:xfrm>
                  <a:off x="4177" y="2814"/>
                  <a:ext cx="181" cy="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" h="433" extrusionOk="0">
                      <a:moveTo>
                        <a:pt x="0" y="184"/>
                      </a:moveTo>
                      <a:lnTo>
                        <a:pt x="26" y="94"/>
                      </a:lnTo>
                      <a:lnTo>
                        <a:pt x="61" y="48"/>
                      </a:lnTo>
                      <a:lnTo>
                        <a:pt x="104" y="16"/>
                      </a:lnTo>
                      <a:lnTo>
                        <a:pt x="147" y="0"/>
                      </a:lnTo>
                      <a:lnTo>
                        <a:pt x="204" y="6"/>
                      </a:lnTo>
                      <a:lnTo>
                        <a:pt x="240" y="40"/>
                      </a:lnTo>
                      <a:lnTo>
                        <a:pt x="276" y="105"/>
                      </a:lnTo>
                      <a:lnTo>
                        <a:pt x="290" y="191"/>
                      </a:lnTo>
                      <a:lnTo>
                        <a:pt x="290" y="288"/>
                      </a:lnTo>
                      <a:lnTo>
                        <a:pt x="359" y="356"/>
                      </a:lnTo>
                      <a:lnTo>
                        <a:pt x="360" y="385"/>
                      </a:lnTo>
                      <a:lnTo>
                        <a:pt x="349" y="387"/>
                      </a:lnTo>
                      <a:lnTo>
                        <a:pt x="283" y="328"/>
                      </a:lnTo>
                      <a:lnTo>
                        <a:pt x="263" y="372"/>
                      </a:lnTo>
                      <a:lnTo>
                        <a:pt x="224" y="410"/>
                      </a:lnTo>
                      <a:lnTo>
                        <a:pt x="187" y="429"/>
                      </a:lnTo>
                      <a:lnTo>
                        <a:pt x="127" y="433"/>
                      </a:lnTo>
                      <a:lnTo>
                        <a:pt x="49" y="404"/>
                      </a:lnTo>
                      <a:lnTo>
                        <a:pt x="15" y="339"/>
                      </a:lnTo>
                      <a:lnTo>
                        <a:pt x="0" y="274"/>
                      </a:lnTo>
                      <a:lnTo>
                        <a:pt x="0" y="1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87" name="Google Shape;287;p10"/>
                <p:cNvSpPr/>
                <p:nvPr/>
              </p:nvSpPr>
              <p:spPr>
                <a:xfrm>
                  <a:off x="4162" y="3049"/>
                  <a:ext cx="158" cy="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6" h="694" extrusionOk="0">
                      <a:moveTo>
                        <a:pt x="44" y="44"/>
                      </a:moveTo>
                      <a:lnTo>
                        <a:pt x="84" y="15"/>
                      </a:lnTo>
                      <a:lnTo>
                        <a:pt x="130" y="4"/>
                      </a:lnTo>
                      <a:lnTo>
                        <a:pt x="172" y="0"/>
                      </a:lnTo>
                      <a:lnTo>
                        <a:pt x="228" y="7"/>
                      </a:lnTo>
                      <a:lnTo>
                        <a:pt x="290" y="44"/>
                      </a:lnTo>
                      <a:lnTo>
                        <a:pt x="316" y="112"/>
                      </a:lnTo>
                      <a:lnTo>
                        <a:pt x="316" y="213"/>
                      </a:lnTo>
                      <a:lnTo>
                        <a:pt x="313" y="308"/>
                      </a:lnTo>
                      <a:lnTo>
                        <a:pt x="282" y="456"/>
                      </a:lnTo>
                      <a:lnTo>
                        <a:pt x="256" y="576"/>
                      </a:lnTo>
                      <a:lnTo>
                        <a:pt x="228" y="654"/>
                      </a:lnTo>
                      <a:lnTo>
                        <a:pt x="169" y="694"/>
                      </a:lnTo>
                      <a:lnTo>
                        <a:pt x="84" y="685"/>
                      </a:lnTo>
                      <a:lnTo>
                        <a:pt x="43" y="624"/>
                      </a:lnTo>
                      <a:lnTo>
                        <a:pt x="17" y="533"/>
                      </a:lnTo>
                      <a:lnTo>
                        <a:pt x="3" y="431"/>
                      </a:lnTo>
                      <a:lnTo>
                        <a:pt x="0" y="279"/>
                      </a:lnTo>
                      <a:lnTo>
                        <a:pt x="11" y="173"/>
                      </a:lnTo>
                      <a:lnTo>
                        <a:pt x="28" y="76"/>
                      </a:lnTo>
                      <a:lnTo>
                        <a:pt x="44" y="4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88" name="Google Shape;288;p10"/>
                <p:cNvSpPr/>
                <p:nvPr/>
              </p:nvSpPr>
              <p:spPr>
                <a:xfrm>
                  <a:off x="4097" y="3048"/>
                  <a:ext cx="94" cy="4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" h="857" extrusionOk="0">
                      <a:moveTo>
                        <a:pt x="127" y="6"/>
                      </a:moveTo>
                      <a:lnTo>
                        <a:pt x="173" y="0"/>
                      </a:lnTo>
                      <a:lnTo>
                        <a:pt x="188" y="38"/>
                      </a:lnTo>
                      <a:lnTo>
                        <a:pt x="165" y="86"/>
                      </a:lnTo>
                      <a:lnTo>
                        <a:pt x="130" y="114"/>
                      </a:lnTo>
                      <a:lnTo>
                        <a:pt x="102" y="177"/>
                      </a:lnTo>
                      <a:lnTo>
                        <a:pt x="67" y="263"/>
                      </a:lnTo>
                      <a:lnTo>
                        <a:pt x="53" y="343"/>
                      </a:lnTo>
                      <a:lnTo>
                        <a:pt x="44" y="480"/>
                      </a:lnTo>
                      <a:lnTo>
                        <a:pt x="53" y="608"/>
                      </a:lnTo>
                      <a:lnTo>
                        <a:pt x="70" y="667"/>
                      </a:lnTo>
                      <a:lnTo>
                        <a:pt x="59" y="732"/>
                      </a:lnTo>
                      <a:lnTo>
                        <a:pt x="44" y="780"/>
                      </a:lnTo>
                      <a:lnTo>
                        <a:pt x="50" y="857"/>
                      </a:lnTo>
                      <a:lnTo>
                        <a:pt x="27" y="852"/>
                      </a:lnTo>
                      <a:lnTo>
                        <a:pt x="7" y="787"/>
                      </a:lnTo>
                      <a:lnTo>
                        <a:pt x="0" y="732"/>
                      </a:lnTo>
                      <a:lnTo>
                        <a:pt x="24" y="657"/>
                      </a:lnTo>
                      <a:lnTo>
                        <a:pt x="16" y="587"/>
                      </a:lnTo>
                      <a:lnTo>
                        <a:pt x="7" y="475"/>
                      </a:lnTo>
                      <a:lnTo>
                        <a:pt x="7" y="339"/>
                      </a:lnTo>
                      <a:lnTo>
                        <a:pt x="24" y="194"/>
                      </a:lnTo>
                      <a:lnTo>
                        <a:pt x="53" y="86"/>
                      </a:lnTo>
                      <a:lnTo>
                        <a:pt x="84" y="30"/>
                      </a:lnTo>
                      <a:lnTo>
                        <a:pt x="127" y="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89" name="Google Shape;289;p10"/>
                <p:cNvSpPr/>
                <p:nvPr/>
              </p:nvSpPr>
              <p:spPr>
                <a:xfrm>
                  <a:off x="4303" y="3059"/>
                  <a:ext cx="58" cy="4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" h="810" extrusionOk="0">
                      <a:moveTo>
                        <a:pt x="3" y="2"/>
                      </a:moveTo>
                      <a:lnTo>
                        <a:pt x="51" y="0"/>
                      </a:lnTo>
                      <a:lnTo>
                        <a:pt x="83" y="63"/>
                      </a:lnTo>
                      <a:lnTo>
                        <a:pt x="117" y="240"/>
                      </a:lnTo>
                      <a:lnTo>
                        <a:pt x="117" y="443"/>
                      </a:lnTo>
                      <a:lnTo>
                        <a:pt x="100" y="616"/>
                      </a:lnTo>
                      <a:lnTo>
                        <a:pt x="117" y="675"/>
                      </a:lnTo>
                      <a:lnTo>
                        <a:pt x="117" y="754"/>
                      </a:lnTo>
                      <a:lnTo>
                        <a:pt x="100" y="810"/>
                      </a:lnTo>
                      <a:lnTo>
                        <a:pt x="78" y="760"/>
                      </a:lnTo>
                      <a:lnTo>
                        <a:pt x="66" y="682"/>
                      </a:lnTo>
                      <a:lnTo>
                        <a:pt x="42" y="624"/>
                      </a:lnTo>
                      <a:lnTo>
                        <a:pt x="69" y="570"/>
                      </a:lnTo>
                      <a:lnTo>
                        <a:pt x="86" y="443"/>
                      </a:lnTo>
                      <a:lnTo>
                        <a:pt x="86" y="323"/>
                      </a:lnTo>
                      <a:lnTo>
                        <a:pt x="69" y="202"/>
                      </a:lnTo>
                      <a:lnTo>
                        <a:pt x="37" y="114"/>
                      </a:lnTo>
                      <a:lnTo>
                        <a:pt x="0" y="72"/>
                      </a:lnTo>
                      <a:lnTo>
                        <a:pt x="3" y="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90" name="Google Shape;290;p10"/>
                <p:cNvSpPr/>
                <p:nvPr/>
              </p:nvSpPr>
              <p:spPr>
                <a:xfrm>
                  <a:off x="4162" y="3327"/>
                  <a:ext cx="133" cy="4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" h="976" extrusionOk="0">
                      <a:moveTo>
                        <a:pt x="26" y="0"/>
                      </a:moveTo>
                      <a:lnTo>
                        <a:pt x="57" y="41"/>
                      </a:lnTo>
                      <a:lnTo>
                        <a:pt x="69" y="82"/>
                      </a:lnTo>
                      <a:lnTo>
                        <a:pt x="81" y="224"/>
                      </a:lnTo>
                      <a:lnTo>
                        <a:pt x="87" y="319"/>
                      </a:lnTo>
                      <a:lnTo>
                        <a:pt x="87" y="482"/>
                      </a:lnTo>
                      <a:lnTo>
                        <a:pt x="84" y="635"/>
                      </a:lnTo>
                      <a:lnTo>
                        <a:pt x="72" y="756"/>
                      </a:lnTo>
                      <a:lnTo>
                        <a:pt x="63" y="794"/>
                      </a:lnTo>
                      <a:lnTo>
                        <a:pt x="127" y="814"/>
                      </a:lnTo>
                      <a:lnTo>
                        <a:pt x="182" y="837"/>
                      </a:lnTo>
                      <a:lnTo>
                        <a:pt x="256" y="889"/>
                      </a:lnTo>
                      <a:lnTo>
                        <a:pt x="265" y="909"/>
                      </a:lnTo>
                      <a:lnTo>
                        <a:pt x="259" y="947"/>
                      </a:lnTo>
                      <a:lnTo>
                        <a:pt x="222" y="976"/>
                      </a:lnTo>
                      <a:lnTo>
                        <a:pt x="207" y="960"/>
                      </a:lnTo>
                      <a:lnTo>
                        <a:pt x="195" y="920"/>
                      </a:lnTo>
                      <a:lnTo>
                        <a:pt x="161" y="886"/>
                      </a:lnTo>
                      <a:lnTo>
                        <a:pt x="100" y="848"/>
                      </a:lnTo>
                      <a:lnTo>
                        <a:pt x="60" y="837"/>
                      </a:lnTo>
                      <a:lnTo>
                        <a:pt x="14" y="837"/>
                      </a:lnTo>
                      <a:lnTo>
                        <a:pt x="14" y="808"/>
                      </a:lnTo>
                      <a:lnTo>
                        <a:pt x="35" y="774"/>
                      </a:lnTo>
                      <a:lnTo>
                        <a:pt x="57" y="665"/>
                      </a:lnTo>
                      <a:lnTo>
                        <a:pt x="63" y="550"/>
                      </a:lnTo>
                      <a:lnTo>
                        <a:pt x="60" y="447"/>
                      </a:lnTo>
                      <a:lnTo>
                        <a:pt x="57" y="319"/>
                      </a:lnTo>
                      <a:lnTo>
                        <a:pt x="44" y="207"/>
                      </a:lnTo>
                      <a:lnTo>
                        <a:pt x="17" y="126"/>
                      </a:lnTo>
                      <a:lnTo>
                        <a:pt x="0" y="52"/>
                      </a:lnTo>
                      <a:lnTo>
                        <a:pt x="5" y="24"/>
                      </a:lnTo>
                      <a:lnTo>
                        <a:pt x="2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91" name="Google Shape;291;p10"/>
                <p:cNvSpPr/>
                <p:nvPr/>
              </p:nvSpPr>
              <p:spPr>
                <a:xfrm>
                  <a:off x="4249" y="3328"/>
                  <a:ext cx="123" cy="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" h="877" extrusionOk="0">
                      <a:moveTo>
                        <a:pt x="0" y="70"/>
                      </a:moveTo>
                      <a:lnTo>
                        <a:pt x="0" y="13"/>
                      </a:lnTo>
                      <a:lnTo>
                        <a:pt x="26" y="0"/>
                      </a:lnTo>
                      <a:lnTo>
                        <a:pt x="66" y="0"/>
                      </a:lnTo>
                      <a:lnTo>
                        <a:pt x="94" y="32"/>
                      </a:lnTo>
                      <a:lnTo>
                        <a:pt x="100" y="61"/>
                      </a:lnTo>
                      <a:lnTo>
                        <a:pt x="94" y="125"/>
                      </a:lnTo>
                      <a:lnTo>
                        <a:pt x="75" y="205"/>
                      </a:lnTo>
                      <a:lnTo>
                        <a:pt x="66" y="328"/>
                      </a:lnTo>
                      <a:lnTo>
                        <a:pt x="60" y="408"/>
                      </a:lnTo>
                      <a:lnTo>
                        <a:pt x="60" y="421"/>
                      </a:lnTo>
                      <a:lnTo>
                        <a:pt x="69" y="533"/>
                      </a:lnTo>
                      <a:lnTo>
                        <a:pt x="83" y="597"/>
                      </a:lnTo>
                      <a:lnTo>
                        <a:pt x="94" y="648"/>
                      </a:lnTo>
                      <a:lnTo>
                        <a:pt x="92" y="669"/>
                      </a:lnTo>
                      <a:lnTo>
                        <a:pt x="129" y="727"/>
                      </a:lnTo>
                      <a:lnTo>
                        <a:pt x="169" y="765"/>
                      </a:lnTo>
                      <a:lnTo>
                        <a:pt x="210" y="800"/>
                      </a:lnTo>
                      <a:lnTo>
                        <a:pt x="247" y="815"/>
                      </a:lnTo>
                      <a:lnTo>
                        <a:pt x="247" y="845"/>
                      </a:lnTo>
                      <a:lnTo>
                        <a:pt x="227" y="868"/>
                      </a:lnTo>
                      <a:lnTo>
                        <a:pt x="180" y="877"/>
                      </a:lnTo>
                      <a:lnTo>
                        <a:pt x="146" y="861"/>
                      </a:lnTo>
                      <a:lnTo>
                        <a:pt x="146" y="839"/>
                      </a:lnTo>
                      <a:lnTo>
                        <a:pt x="117" y="765"/>
                      </a:lnTo>
                      <a:lnTo>
                        <a:pt x="69" y="725"/>
                      </a:lnTo>
                      <a:lnTo>
                        <a:pt x="36" y="685"/>
                      </a:lnTo>
                      <a:lnTo>
                        <a:pt x="9" y="663"/>
                      </a:lnTo>
                      <a:lnTo>
                        <a:pt x="19" y="637"/>
                      </a:lnTo>
                      <a:lnTo>
                        <a:pt x="32" y="566"/>
                      </a:lnTo>
                      <a:lnTo>
                        <a:pt x="32" y="429"/>
                      </a:lnTo>
                      <a:lnTo>
                        <a:pt x="26" y="333"/>
                      </a:lnTo>
                      <a:lnTo>
                        <a:pt x="26" y="237"/>
                      </a:lnTo>
                      <a:lnTo>
                        <a:pt x="23" y="133"/>
                      </a:lnTo>
                      <a:lnTo>
                        <a:pt x="0" y="7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292" name="Google Shape;292;p10"/>
              <p:cNvGrpSpPr/>
              <p:nvPr/>
            </p:nvGrpSpPr>
            <p:grpSpPr>
              <a:xfrm>
                <a:off x="3641" y="3089"/>
                <a:ext cx="119" cy="627"/>
                <a:chOff x="3641" y="3089"/>
                <a:chExt cx="119" cy="627"/>
              </a:xfrm>
            </p:grpSpPr>
            <p:sp>
              <p:nvSpPr>
                <p:cNvPr id="293" name="Google Shape;293;p10"/>
                <p:cNvSpPr/>
                <p:nvPr/>
              </p:nvSpPr>
              <p:spPr>
                <a:xfrm>
                  <a:off x="3671" y="3089"/>
                  <a:ext cx="68" cy="1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" h="271" extrusionOk="0">
                      <a:moveTo>
                        <a:pt x="0" y="114"/>
                      </a:moveTo>
                      <a:lnTo>
                        <a:pt x="11" y="59"/>
                      </a:lnTo>
                      <a:lnTo>
                        <a:pt x="23" y="29"/>
                      </a:lnTo>
                      <a:lnTo>
                        <a:pt x="40" y="9"/>
                      </a:lnTo>
                      <a:lnTo>
                        <a:pt x="57" y="0"/>
                      </a:lnTo>
                      <a:lnTo>
                        <a:pt x="78" y="3"/>
                      </a:lnTo>
                      <a:lnTo>
                        <a:pt x="92" y="25"/>
                      </a:lnTo>
                      <a:lnTo>
                        <a:pt x="104" y="65"/>
                      </a:lnTo>
                      <a:lnTo>
                        <a:pt x="111" y="119"/>
                      </a:lnTo>
                      <a:lnTo>
                        <a:pt x="111" y="180"/>
                      </a:lnTo>
                      <a:lnTo>
                        <a:pt x="137" y="221"/>
                      </a:lnTo>
                      <a:lnTo>
                        <a:pt x="137" y="240"/>
                      </a:lnTo>
                      <a:lnTo>
                        <a:pt x="134" y="241"/>
                      </a:lnTo>
                      <a:lnTo>
                        <a:pt x="108" y="205"/>
                      </a:lnTo>
                      <a:lnTo>
                        <a:pt x="100" y="232"/>
                      </a:lnTo>
                      <a:lnTo>
                        <a:pt x="86" y="256"/>
                      </a:lnTo>
                      <a:lnTo>
                        <a:pt x="71" y="267"/>
                      </a:lnTo>
                      <a:lnTo>
                        <a:pt x="49" y="271"/>
                      </a:lnTo>
                      <a:lnTo>
                        <a:pt x="20" y="252"/>
                      </a:lnTo>
                      <a:lnTo>
                        <a:pt x="6" y="212"/>
                      </a:lnTo>
                      <a:lnTo>
                        <a:pt x="0" y="171"/>
                      </a:lnTo>
                      <a:lnTo>
                        <a:pt x="0" y="11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94" name="Google Shape;294;p10"/>
                <p:cNvSpPr/>
                <p:nvPr/>
              </p:nvSpPr>
              <p:spPr>
                <a:xfrm>
                  <a:off x="3663" y="3236"/>
                  <a:ext cx="63" cy="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" h="435" extrusionOk="0">
                      <a:moveTo>
                        <a:pt x="18" y="28"/>
                      </a:moveTo>
                      <a:lnTo>
                        <a:pt x="34" y="10"/>
                      </a:lnTo>
                      <a:lnTo>
                        <a:pt x="52" y="2"/>
                      </a:lnTo>
                      <a:lnTo>
                        <a:pt x="69" y="0"/>
                      </a:lnTo>
                      <a:lnTo>
                        <a:pt x="90" y="5"/>
                      </a:lnTo>
                      <a:lnTo>
                        <a:pt x="115" y="28"/>
                      </a:lnTo>
                      <a:lnTo>
                        <a:pt x="124" y="70"/>
                      </a:lnTo>
                      <a:lnTo>
                        <a:pt x="124" y="133"/>
                      </a:lnTo>
                      <a:lnTo>
                        <a:pt x="124" y="193"/>
                      </a:lnTo>
                      <a:lnTo>
                        <a:pt x="112" y="285"/>
                      </a:lnTo>
                      <a:lnTo>
                        <a:pt x="101" y="361"/>
                      </a:lnTo>
                      <a:lnTo>
                        <a:pt x="90" y="409"/>
                      </a:lnTo>
                      <a:lnTo>
                        <a:pt x="67" y="435"/>
                      </a:lnTo>
                      <a:lnTo>
                        <a:pt x="34" y="429"/>
                      </a:lnTo>
                      <a:lnTo>
                        <a:pt x="17" y="391"/>
                      </a:lnTo>
                      <a:lnTo>
                        <a:pt x="7" y="334"/>
                      </a:lnTo>
                      <a:lnTo>
                        <a:pt x="1" y="270"/>
                      </a:lnTo>
                      <a:lnTo>
                        <a:pt x="0" y="176"/>
                      </a:lnTo>
                      <a:lnTo>
                        <a:pt x="4" y="108"/>
                      </a:lnTo>
                      <a:lnTo>
                        <a:pt x="12" y="48"/>
                      </a:lnTo>
                      <a:lnTo>
                        <a:pt x="18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95" name="Google Shape;295;p10"/>
                <p:cNvSpPr/>
                <p:nvPr/>
              </p:nvSpPr>
              <p:spPr>
                <a:xfrm>
                  <a:off x="3641" y="3236"/>
                  <a:ext cx="41" cy="2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534" extrusionOk="0">
                      <a:moveTo>
                        <a:pt x="57" y="2"/>
                      </a:moveTo>
                      <a:lnTo>
                        <a:pt x="76" y="0"/>
                      </a:lnTo>
                      <a:lnTo>
                        <a:pt x="82" y="22"/>
                      </a:lnTo>
                      <a:lnTo>
                        <a:pt x="72" y="53"/>
                      </a:lnTo>
                      <a:lnTo>
                        <a:pt x="57" y="70"/>
                      </a:lnTo>
                      <a:lnTo>
                        <a:pt x="45" y="110"/>
                      </a:lnTo>
                      <a:lnTo>
                        <a:pt x="31" y="163"/>
                      </a:lnTo>
                      <a:lnTo>
                        <a:pt x="25" y="213"/>
                      </a:lnTo>
                      <a:lnTo>
                        <a:pt x="20" y="298"/>
                      </a:lnTo>
                      <a:lnTo>
                        <a:pt x="25" y="378"/>
                      </a:lnTo>
                      <a:lnTo>
                        <a:pt x="33" y="415"/>
                      </a:lnTo>
                      <a:lnTo>
                        <a:pt x="26" y="455"/>
                      </a:lnTo>
                      <a:lnTo>
                        <a:pt x="20" y="484"/>
                      </a:lnTo>
                      <a:lnTo>
                        <a:pt x="23" y="534"/>
                      </a:lnTo>
                      <a:lnTo>
                        <a:pt x="14" y="530"/>
                      </a:lnTo>
                      <a:lnTo>
                        <a:pt x="5" y="490"/>
                      </a:lnTo>
                      <a:lnTo>
                        <a:pt x="0" y="455"/>
                      </a:lnTo>
                      <a:lnTo>
                        <a:pt x="13" y="408"/>
                      </a:lnTo>
                      <a:lnTo>
                        <a:pt x="8" y="365"/>
                      </a:lnTo>
                      <a:lnTo>
                        <a:pt x="5" y="295"/>
                      </a:lnTo>
                      <a:lnTo>
                        <a:pt x="5" y="210"/>
                      </a:lnTo>
                      <a:lnTo>
                        <a:pt x="13" y="119"/>
                      </a:lnTo>
                      <a:lnTo>
                        <a:pt x="25" y="53"/>
                      </a:lnTo>
                      <a:lnTo>
                        <a:pt x="39" y="18"/>
                      </a:lnTo>
                      <a:lnTo>
                        <a:pt x="57" y="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96" name="Google Shape;296;p10"/>
                <p:cNvSpPr/>
                <p:nvPr/>
              </p:nvSpPr>
              <p:spPr>
                <a:xfrm>
                  <a:off x="3718" y="3240"/>
                  <a:ext cx="42" cy="2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" h="514" extrusionOk="0">
                      <a:moveTo>
                        <a:pt x="3" y="2"/>
                      </a:moveTo>
                      <a:lnTo>
                        <a:pt x="37" y="0"/>
                      </a:lnTo>
                      <a:lnTo>
                        <a:pt x="61" y="40"/>
                      </a:lnTo>
                      <a:lnTo>
                        <a:pt x="84" y="152"/>
                      </a:lnTo>
                      <a:lnTo>
                        <a:pt x="84" y="281"/>
                      </a:lnTo>
                      <a:lnTo>
                        <a:pt x="73" y="390"/>
                      </a:lnTo>
                      <a:lnTo>
                        <a:pt x="84" y="428"/>
                      </a:lnTo>
                      <a:lnTo>
                        <a:pt x="84" y="479"/>
                      </a:lnTo>
                      <a:lnTo>
                        <a:pt x="73" y="514"/>
                      </a:lnTo>
                      <a:lnTo>
                        <a:pt x="56" y="482"/>
                      </a:lnTo>
                      <a:lnTo>
                        <a:pt x="49" y="433"/>
                      </a:lnTo>
                      <a:lnTo>
                        <a:pt x="30" y="396"/>
                      </a:lnTo>
                      <a:lnTo>
                        <a:pt x="50" y="362"/>
                      </a:lnTo>
                      <a:lnTo>
                        <a:pt x="63" y="281"/>
                      </a:lnTo>
                      <a:lnTo>
                        <a:pt x="63" y="205"/>
                      </a:lnTo>
                      <a:lnTo>
                        <a:pt x="50" y="129"/>
                      </a:lnTo>
                      <a:lnTo>
                        <a:pt x="27" y="73"/>
                      </a:lnTo>
                      <a:lnTo>
                        <a:pt x="0" y="46"/>
                      </a:lnTo>
                      <a:lnTo>
                        <a:pt x="3" y="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97" name="Google Shape;297;p10"/>
                <p:cNvSpPr/>
                <p:nvPr/>
              </p:nvSpPr>
              <p:spPr>
                <a:xfrm>
                  <a:off x="3664" y="3408"/>
                  <a:ext cx="52" cy="3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" h="615" extrusionOk="0">
                      <a:moveTo>
                        <a:pt x="11" y="0"/>
                      </a:moveTo>
                      <a:lnTo>
                        <a:pt x="23" y="26"/>
                      </a:lnTo>
                      <a:lnTo>
                        <a:pt x="28" y="52"/>
                      </a:lnTo>
                      <a:lnTo>
                        <a:pt x="33" y="142"/>
                      </a:lnTo>
                      <a:lnTo>
                        <a:pt x="34" y="202"/>
                      </a:lnTo>
                      <a:lnTo>
                        <a:pt x="34" y="303"/>
                      </a:lnTo>
                      <a:lnTo>
                        <a:pt x="34" y="400"/>
                      </a:lnTo>
                      <a:lnTo>
                        <a:pt x="30" y="476"/>
                      </a:lnTo>
                      <a:lnTo>
                        <a:pt x="25" y="500"/>
                      </a:lnTo>
                      <a:lnTo>
                        <a:pt x="51" y="513"/>
                      </a:lnTo>
                      <a:lnTo>
                        <a:pt x="72" y="527"/>
                      </a:lnTo>
                      <a:lnTo>
                        <a:pt x="102" y="559"/>
                      </a:lnTo>
                      <a:lnTo>
                        <a:pt x="105" y="572"/>
                      </a:lnTo>
                      <a:lnTo>
                        <a:pt x="102" y="595"/>
                      </a:lnTo>
                      <a:lnTo>
                        <a:pt x="88" y="615"/>
                      </a:lnTo>
                      <a:lnTo>
                        <a:pt x="82" y="604"/>
                      </a:lnTo>
                      <a:lnTo>
                        <a:pt x="77" y="579"/>
                      </a:lnTo>
                      <a:lnTo>
                        <a:pt x="63" y="558"/>
                      </a:lnTo>
                      <a:lnTo>
                        <a:pt x="40" y="534"/>
                      </a:lnTo>
                      <a:lnTo>
                        <a:pt x="25" y="527"/>
                      </a:lnTo>
                      <a:lnTo>
                        <a:pt x="6" y="527"/>
                      </a:lnTo>
                      <a:lnTo>
                        <a:pt x="6" y="508"/>
                      </a:lnTo>
                      <a:lnTo>
                        <a:pt x="14" y="487"/>
                      </a:lnTo>
                      <a:lnTo>
                        <a:pt x="23" y="419"/>
                      </a:lnTo>
                      <a:lnTo>
                        <a:pt x="25" y="347"/>
                      </a:lnTo>
                      <a:lnTo>
                        <a:pt x="25" y="282"/>
                      </a:lnTo>
                      <a:lnTo>
                        <a:pt x="23" y="202"/>
                      </a:lnTo>
                      <a:lnTo>
                        <a:pt x="19" y="131"/>
                      </a:lnTo>
                      <a:lnTo>
                        <a:pt x="8" y="79"/>
                      </a:lnTo>
                      <a:lnTo>
                        <a:pt x="0" y="33"/>
                      </a:lnTo>
                      <a:lnTo>
                        <a:pt x="3" y="16"/>
                      </a:ln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98" name="Google Shape;298;p10"/>
                <p:cNvSpPr/>
                <p:nvPr/>
              </p:nvSpPr>
              <p:spPr>
                <a:xfrm>
                  <a:off x="3702" y="3409"/>
                  <a:ext cx="46" cy="2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" h="551" extrusionOk="0">
                      <a:moveTo>
                        <a:pt x="0" y="43"/>
                      </a:moveTo>
                      <a:lnTo>
                        <a:pt x="0" y="8"/>
                      </a:lnTo>
                      <a:lnTo>
                        <a:pt x="10" y="0"/>
                      </a:lnTo>
                      <a:lnTo>
                        <a:pt x="24" y="0"/>
                      </a:lnTo>
                      <a:lnTo>
                        <a:pt x="35" y="20"/>
                      </a:lnTo>
                      <a:lnTo>
                        <a:pt x="36" y="37"/>
                      </a:lnTo>
                      <a:lnTo>
                        <a:pt x="35" y="79"/>
                      </a:lnTo>
                      <a:lnTo>
                        <a:pt x="27" y="128"/>
                      </a:lnTo>
                      <a:lnTo>
                        <a:pt x="24" y="206"/>
                      </a:lnTo>
                      <a:lnTo>
                        <a:pt x="23" y="255"/>
                      </a:lnTo>
                      <a:lnTo>
                        <a:pt x="23" y="264"/>
                      </a:lnTo>
                      <a:lnTo>
                        <a:pt x="26" y="334"/>
                      </a:lnTo>
                      <a:lnTo>
                        <a:pt x="30" y="374"/>
                      </a:lnTo>
                      <a:lnTo>
                        <a:pt x="35" y="406"/>
                      </a:lnTo>
                      <a:lnTo>
                        <a:pt x="33" y="420"/>
                      </a:lnTo>
                      <a:lnTo>
                        <a:pt x="47" y="457"/>
                      </a:lnTo>
                      <a:lnTo>
                        <a:pt x="62" y="480"/>
                      </a:lnTo>
                      <a:lnTo>
                        <a:pt x="78" y="502"/>
                      </a:lnTo>
                      <a:lnTo>
                        <a:pt x="92" y="512"/>
                      </a:lnTo>
                      <a:lnTo>
                        <a:pt x="92" y="531"/>
                      </a:lnTo>
                      <a:lnTo>
                        <a:pt x="85" y="545"/>
                      </a:lnTo>
                      <a:lnTo>
                        <a:pt x="67" y="551"/>
                      </a:lnTo>
                      <a:lnTo>
                        <a:pt x="55" y="540"/>
                      </a:lnTo>
                      <a:lnTo>
                        <a:pt x="55" y="527"/>
                      </a:lnTo>
                      <a:lnTo>
                        <a:pt x="44" y="480"/>
                      </a:lnTo>
                      <a:lnTo>
                        <a:pt x="26" y="456"/>
                      </a:lnTo>
                      <a:lnTo>
                        <a:pt x="13" y="430"/>
                      </a:lnTo>
                      <a:lnTo>
                        <a:pt x="3" y="417"/>
                      </a:lnTo>
                      <a:lnTo>
                        <a:pt x="6" y="400"/>
                      </a:lnTo>
                      <a:lnTo>
                        <a:pt x="12" y="354"/>
                      </a:lnTo>
                      <a:lnTo>
                        <a:pt x="12" y="269"/>
                      </a:lnTo>
                      <a:lnTo>
                        <a:pt x="10" y="209"/>
                      </a:lnTo>
                      <a:lnTo>
                        <a:pt x="10" y="148"/>
                      </a:lnTo>
                      <a:lnTo>
                        <a:pt x="9" y="83"/>
                      </a:lnTo>
                      <a:lnTo>
                        <a:pt x="0" y="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299" name="Google Shape;299;p10"/>
              <p:cNvGrpSpPr/>
              <p:nvPr/>
            </p:nvGrpSpPr>
            <p:grpSpPr>
              <a:xfrm>
                <a:off x="3503" y="3192"/>
                <a:ext cx="96" cy="436"/>
                <a:chOff x="3503" y="3192"/>
                <a:chExt cx="96" cy="436"/>
              </a:xfrm>
            </p:grpSpPr>
            <p:sp>
              <p:nvSpPr>
                <p:cNvPr id="300" name="Google Shape;300;p10"/>
                <p:cNvSpPr/>
                <p:nvPr/>
              </p:nvSpPr>
              <p:spPr>
                <a:xfrm>
                  <a:off x="3524" y="3192"/>
                  <a:ext cx="47" cy="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" h="187" extrusionOk="0">
                      <a:moveTo>
                        <a:pt x="0" y="79"/>
                      </a:moveTo>
                      <a:lnTo>
                        <a:pt x="7" y="41"/>
                      </a:lnTo>
                      <a:lnTo>
                        <a:pt x="17" y="21"/>
                      </a:lnTo>
                      <a:lnTo>
                        <a:pt x="27" y="7"/>
                      </a:lnTo>
                      <a:lnTo>
                        <a:pt x="38" y="0"/>
                      </a:lnTo>
                      <a:lnTo>
                        <a:pt x="53" y="2"/>
                      </a:lnTo>
                      <a:lnTo>
                        <a:pt x="63" y="18"/>
                      </a:lnTo>
                      <a:lnTo>
                        <a:pt x="72" y="46"/>
                      </a:lnTo>
                      <a:lnTo>
                        <a:pt x="75" y="82"/>
                      </a:lnTo>
                      <a:lnTo>
                        <a:pt x="75" y="125"/>
                      </a:lnTo>
                      <a:lnTo>
                        <a:pt x="93" y="153"/>
                      </a:lnTo>
                      <a:lnTo>
                        <a:pt x="93" y="166"/>
                      </a:lnTo>
                      <a:lnTo>
                        <a:pt x="92" y="167"/>
                      </a:lnTo>
                      <a:lnTo>
                        <a:pt x="73" y="141"/>
                      </a:lnTo>
                      <a:lnTo>
                        <a:pt x="69" y="160"/>
                      </a:lnTo>
                      <a:lnTo>
                        <a:pt x="58" y="177"/>
                      </a:lnTo>
                      <a:lnTo>
                        <a:pt x="49" y="185"/>
                      </a:lnTo>
                      <a:lnTo>
                        <a:pt x="33" y="187"/>
                      </a:lnTo>
                      <a:lnTo>
                        <a:pt x="13" y="174"/>
                      </a:lnTo>
                      <a:lnTo>
                        <a:pt x="4" y="146"/>
                      </a:lnTo>
                      <a:lnTo>
                        <a:pt x="0" y="119"/>
                      </a:lnTo>
                      <a:lnTo>
                        <a:pt x="0" y="7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01" name="Google Shape;301;p10"/>
                <p:cNvSpPr/>
                <p:nvPr/>
              </p:nvSpPr>
              <p:spPr>
                <a:xfrm>
                  <a:off x="3519" y="3294"/>
                  <a:ext cx="45" cy="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" h="304" extrusionOk="0">
                      <a:moveTo>
                        <a:pt x="13" y="20"/>
                      </a:moveTo>
                      <a:lnTo>
                        <a:pt x="25" y="7"/>
                      </a:lnTo>
                      <a:lnTo>
                        <a:pt x="37" y="2"/>
                      </a:lnTo>
                      <a:lnTo>
                        <a:pt x="50" y="0"/>
                      </a:lnTo>
                      <a:lnTo>
                        <a:pt x="65" y="3"/>
                      </a:lnTo>
                      <a:lnTo>
                        <a:pt x="82" y="20"/>
                      </a:lnTo>
                      <a:lnTo>
                        <a:pt x="89" y="49"/>
                      </a:lnTo>
                      <a:lnTo>
                        <a:pt x="89" y="93"/>
                      </a:lnTo>
                      <a:lnTo>
                        <a:pt x="88" y="135"/>
                      </a:lnTo>
                      <a:lnTo>
                        <a:pt x="80" y="200"/>
                      </a:lnTo>
                      <a:lnTo>
                        <a:pt x="73" y="252"/>
                      </a:lnTo>
                      <a:lnTo>
                        <a:pt x="65" y="286"/>
                      </a:lnTo>
                      <a:lnTo>
                        <a:pt x="48" y="304"/>
                      </a:lnTo>
                      <a:lnTo>
                        <a:pt x="25" y="300"/>
                      </a:lnTo>
                      <a:lnTo>
                        <a:pt x="13" y="273"/>
                      </a:lnTo>
                      <a:lnTo>
                        <a:pt x="5" y="233"/>
                      </a:lnTo>
                      <a:lnTo>
                        <a:pt x="2" y="189"/>
                      </a:lnTo>
                      <a:lnTo>
                        <a:pt x="0" y="122"/>
                      </a:lnTo>
                      <a:lnTo>
                        <a:pt x="3" y="75"/>
                      </a:lnTo>
                      <a:lnTo>
                        <a:pt x="8" y="34"/>
                      </a:lnTo>
                      <a:lnTo>
                        <a:pt x="13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02" name="Google Shape;302;p10"/>
                <p:cNvSpPr/>
                <p:nvPr/>
              </p:nvSpPr>
              <p:spPr>
                <a:xfrm>
                  <a:off x="3503" y="3294"/>
                  <a:ext cx="41" cy="1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371" extrusionOk="0">
                      <a:moveTo>
                        <a:pt x="57" y="1"/>
                      </a:moveTo>
                      <a:lnTo>
                        <a:pt x="75" y="0"/>
                      </a:lnTo>
                      <a:lnTo>
                        <a:pt x="82" y="15"/>
                      </a:lnTo>
                      <a:lnTo>
                        <a:pt x="72" y="36"/>
                      </a:lnTo>
                      <a:lnTo>
                        <a:pt x="57" y="48"/>
                      </a:lnTo>
                      <a:lnTo>
                        <a:pt x="45" y="75"/>
                      </a:lnTo>
                      <a:lnTo>
                        <a:pt x="31" y="113"/>
                      </a:lnTo>
                      <a:lnTo>
                        <a:pt x="25" y="148"/>
                      </a:lnTo>
                      <a:lnTo>
                        <a:pt x="20" y="207"/>
                      </a:lnTo>
                      <a:lnTo>
                        <a:pt x="25" y="262"/>
                      </a:lnTo>
                      <a:lnTo>
                        <a:pt x="32" y="288"/>
                      </a:lnTo>
                      <a:lnTo>
                        <a:pt x="26" y="315"/>
                      </a:lnTo>
                      <a:lnTo>
                        <a:pt x="20" y="337"/>
                      </a:lnTo>
                      <a:lnTo>
                        <a:pt x="23" y="371"/>
                      </a:lnTo>
                      <a:lnTo>
                        <a:pt x="14" y="369"/>
                      </a:lnTo>
                      <a:lnTo>
                        <a:pt x="5" y="340"/>
                      </a:lnTo>
                      <a:lnTo>
                        <a:pt x="0" y="315"/>
                      </a:lnTo>
                      <a:lnTo>
                        <a:pt x="12" y="284"/>
                      </a:lnTo>
                      <a:lnTo>
                        <a:pt x="8" y="253"/>
                      </a:lnTo>
                      <a:lnTo>
                        <a:pt x="5" y="205"/>
                      </a:lnTo>
                      <a:lnTo>
                        <a:pt x="5" y="146"/>
                      </a:lnTo>
                      <a:lnTo>
                        <a:pt x="12" y="82"/>
                      </a:lnTo>
                      <a:lnTo>
                        <a:pt x="25" y="36"/>
                      </a:lnTo>
                      <a:lnTo>
                        <a:pt x="39" y="12"/>
                      </a:lnTo>
                      <a:lnTo>
                        <a:pt x="57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03" name="Google Shape;303;p10"/>
                <p:cNvSpPr/>
                <p:nvPr/>
              </p:nvSpPr>
              <p:spPr>
                <a:xfrm>
                  <a:off x="3558" y="3298"/>
                  <a:ext cx="41" cy="1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" h="355" extrusionOk="0">
                      <a:moveTo>
                        <a:pt x="1" y="0"/>
                      </a:moveTo>
                      <a:lnTo>
                        <a:pt x="33" y="0"/>
                      </a:lnTo>
                      <a:lnTo>
                        <a:pt x="56" y="27"/>
                      </a:lnTo>
                      <a:lnTo>
                        <a:pt x="81" y="105"/>
                      </a:lnTo>
                      <a:lnTo>
                        <a:pt x="81" y="193"/>
                      </a:lnTo>
                      <a:lnTo>
                        <a:pt x="69" y="269"/>
                      </a:lnTo>
                      <a:lnTo>
                        <a:pt x="81" y="295"/>
                      </a:lnTo>
                      <a:lnTo>
                        <a:pt x="81" y="330"/>
                      </a:lnTo>
                      <a:lnTo>
                        <a:pt x="69" y="355"/>
                      </a:lnTo>
                      <a:lnTo>
                        <a:pt x="53" y="332"/>
                      </a:lnTo>
                      <a:lnTo>
                        <a:pt x="46" y="298"/>
                      </a:lnTo>
                      <a:lnTo>
                        <a:pt x="27" y="272"/>
                      </a:lnTo>
                      <a:lnTo>
                        <a:pt x="47" y="249"/>
                      </a:lnTo>
                      <a:lnTo>
                        <a:pt x="59" y="193"/>
                      </a:lnTo>
                      <a:lnTo>
                        <a:pt x="59" y="140"/>
                      </a:lnTo>
                      <a:lnTo>
                        <a:pt x="47" y="88"/>
                      </a:lnTo>
                      <a:lnTo>
                        <a:pt x="24" y="49"/>
                      </a:lnTo>
                      <a:lnTo>
                        <a:pt x="0" y="31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04" name="Google Shape;304;p10"/>
                <p:cNvSpPr/>
                <p:nvPr/>
              </p:nvSpPr>
              <p:spPr>
                <a:xfrm>
                  <a:off x="3519" y="3415"/>
                  <a:ext cx="42" cy="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" h="426" extrusionOk="0">
                      <a:moveTo>
                        <a:pt x="8" y="0"/>
                      </a:moveTo>
                      <a:lnTo>
                        <a:pt x="19" y="18"/>
                      </a:lnTo>
                      <a:lnTo>
                        <a:pt x="22" y="36"/>
                      </a:lnTo>
                      <a:lnTo>
                        <a:pt x="27" y="97"/>
                      </a:lnTo>
                      <a:lnTo>
                        <a:pt x="28" y="138"/>
                      </a:lnTo>
                      <a:lnTo>
                        <a:pt x="28" y="209"/>
                      </a:lnTo>
                      <a:lnTo>
                        <a:pt x="27" y="276"/>
                      </a:lnTo>
                      <a:lnTo>
                        <a:pt x="23" y="329"/>
                      </a:lnTo>
                      <a:lnTo>
                        <a:pt x="20" y="346"/>
                      </a:lnTo>
                      <a:lnTo>
                        <a:pt x="40" y="354"/>
                      </a:lnTo>
                      <a:lnTo>
                        <a:pt x="57" y="364"/>
                      </a:lnTo>
                      <a:lnTo>
                        <a:pt x="80" y="387"/>
                      </a:lnTo>
                      <a:lnTo>
                        <a:pt x="83" y="395"/>
                      </a:lnTo>
                      <a:lnTo>
                        <a:pt x="82" y="412"/>
                      </a:lnTo>
                      <a:lnTo>
                        <a:pt x="69" y="426"/>
                      </a:lnTo>
                      <a:lnTo>
                        <a:pt x="65" y="418"/>
                      </a:lnTo>
                      <a:lnTo>
                        <a:pt x="62" y="400"/>
                      </a:lnTo>
                      <a:lnTo>
                        <a:pt x="51" y="386"/>
                      </a:lnTo>
                      <a:lnTo>
                        <a:pt x="31" y="369"/>
                      </a:lnTo>
                      <a:lnTo>
                        <a:pt x="19" y="364"/>
                      </a:lnTo>
                      <a:lnTo>
                        <a:pt x="5" y="364"/>
                      </a:lnTo>
                      <a:lnTo>
                        <a:pt x="5" y="352"/>
                      </a:lnTo>
                      <a:lnTo>
                        <a:pt x="11" y="336"/>
                      </a:lnTo>
                      <a:lnTo>
                        <a:pt x="19" y="289"/>
                      </a:lnTo>
                      <a:lnTo>
                        <a:pt x="20" y="240"/>
                      </a:lnTo>
                      <a:lnTo>
                        <a:pt x="19" y="195"/>
                      </a:lnTo>
                      <a:lnTo>
                        <a:pt x="19" y="138"/>
                      </a:lnTo>
                      <a:lnTo>
                        <a:pt x="14" y="90"/>
                      </a:lnTo>
                      <a:lnTo>
                        <a:pt x="7" y="55"/>
                      </a:lnTo>
                      <a:lnTo>
                        <a:pt x="0" y="22"/>
                      </a:lnTo>
                      <a:lnTo>
                        <a:pt x="2" y="10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05" name="Google Shape;305;p10"/>
                <p:cNvSpPr/>
                <p:nvPr/>
              </p:nvSpPr>
              <p:spPr>
                <a:xfrm>
                  <a:off x="3545" y="3415"/>
                  <a:ext cx="42" cy="1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" h="383" extrusionOk="0">
                      <a:moveTo>
                        <a:pt x="0" y="31"/>
                      </a:moveTo>
                      <a:lnTo>
                        <a:pt x="0" y="6"/>
                      </a:lnTo>
                      <a:lnTo>
                        <a:pt x="9" y="0"/>
                      </a:lnTo>
                      <a:lnTo>
                        <a:pt x="23" y="0"/>
                      </a:lnTo>
                      <a:lnTo>
                        <a:pt x="34" y="15"/>
                      </a:lnTo>
                      <a:lnTo>
                        <a:pt x="35" y="28"/>
                      </a:lnTo>
                      <a:lnTo>
                        <a:pt x="34" y="55"/>
                      </a:lnTo>
                      <a:lnTo>
                        <a:pt x="26" y="90"/>
                      </a:lnTo>
                      <a:lnTo>
                        <a:pt x="23" y="143"/>
                      </a:lnTo>
                      <a:lnTo>
                        <a:pt x="22" y="178"/>
                      </a:lnTo>
                      <a:lnTo>
                        <a:pt x="22" y="184"/>
                      </a:lnTo>
                      <a:lnTo>
                        <a:pt x="25" y="234"/>
                      </a:lnTo>
                      <a:lnTo>
                        <a:pt x="29" y="261"/>
                      </a:lnTo>
                      <a:lnTo>
                        <a:pt x="34" y="283"/>
                      </a:lnTo>
                      <a:lnTo>
                        <a:pt x="32" y="293"/>
                      </a:lnTo>
                      <a:lnTo>
                        <a:pt x="45" y="319"/>
                      </a:lnTo>
                      <a:lnTo>
                        <a:pt x="58" y="335"/>
                      </a:lnTo>
                      <a:lnTo>
                        <a:pt x="74" y="349"/>
                      </a:lnTo>
                      <a:lnTo>
                        <a:pt x="86" y="356"/>
                      </a:lnTo>
                      <a:lnTo>
                        <a:pt x="86" y="369"/>
                      </a:lnTo>
                      <a:lnTo>
                        <a:pt x="80" y="380"/>
                      </a:lnTo>
                      <a:lnTo>
                        <a:pt x="63" y="383"/>
                      </a:lnTo>
                      <a:lnTo>
                        <a:pt x="51" y="376"/>
                      </a:lnTo>
                      <a:lnTo>
                        <a:pt x="51" y="367"/>
                      </a:lnTo>
                      <a:lnTo>
                        <a:pt x="41" y="335"/>
                      </a:lnTo>
                      <a:lnTo>
                        <a:pt x="25" y="317"/>
                      </a:lnTo>
                      <a:lnTo>
                        <a:pt x="12" y="300"/>
                      </a:lnTo>
                      <a:lnTo>
                        <a:pt x="3" y="290"/>
                      </a:lnTo>
                      <a:lnTo>
                        <a:pt x="6" y="278"/>
                      </a:lnTo>
                      <a:lnTo>
                        <a:pt x="11" y="247"/>
                      </a:lnTo>
                      <a:lnTo>
                        <a:pt x="11" y="188"/>
                      </a:lnTo>
                      <a:lnTo>
                        <a:pt x="9" y="145"/>
                      </a:lnTo>
                      <a:lnTo>
                        <a:pt x="9" y="104"/>
                      </a:lnTo>
                      <a:lnTo>
                        <a:pt x="8" y="58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306" name="Google Shape;306;p10"/>
              <p:cNvGrpSpPr/>
              <p:nvPr/>
            </p:nvGrpSpPr>
            <p:grpSpPr>
              <a:xfrm>
                <a:off x="3408" y="3250"/>
                <a:ext cx="67" cy="321"/>
                <a:chOff x="3408" y="3250"/>
                <a:chExt cx="67" cy="321"/>
              </a:xfrm>
            </p:grpSpPr>
            <p:sp>
              <p:nvSpPr>
                <p:cNvPr id="307" name="Google Shape;307;p10"/>
                <p:cNvSpPr/>
                <p:nvPr/>
              </p:nvSpPr>
              <p:spPr>
                <a:xfrm>
                  <a:off x="3419" y="3250"/>
                  <a:ext cx="41" cy="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" h="137" extrusionOk="0">
                      <a:moveTo>
                        <a:pt x="0" y="58"/>
                      </a:moveTo>
                      <a:lnTo>
                        <a:pt x="7" y="31"/>
                      </a:lnTo>
                      <a:lnTo>
                        <a:pt x="14" y="16"/>
                      </a:lnTo>
                      <a:lnTo>
                        <a:pt x="23" y="6"/>
                      </a:lnTo>
                      <a:lnTo>
                        <a:pt x="34" y="0"/>
                      </a:lnTo>
                      <a:lnTo>
                        <a:pt x="46" y="3"/>
                      </a:lnTo>
                      <a:lnTo>
                        <a:pt x="56" y="13"/>
                      </a:lnTo>
                      <a:lnTo>
                        <a:pt x="63" y="33"/>
                      </a:lnTo>
                      <a:lnTo>
                        <a:pt x="66" y="62"/>
                      </a:lnTo>
                      <a:lnTo>
                        <a:pt x="66" y="91"/>
                      </a:lnTo>
                      <a:lnTo>
                        <a:pt x="83" y="112"/>
                      </a:lnTo>
                      <a:lnTo>
                        <a:pt x="83" y="122"/>
                      </a:lnTo>
                      <a:lnTo>
                        <a:pt x="80" y="123"/>
                      </a:lnTo>
                      <a:lnTo>
                        <a:pt x="65" y="104"/>
                      </a:lnTo>
                      <a:lnTo>
                        <a:pt x="60" y="118"/>
                      </a:lnTo>
                      <a:lnTo>
                        <a:pt x="51" y="130"/>
                      </a:lnTo>
                      <a:lnTo>
                        <a:pt x="43" y="136"/>
                      </a:lnTo>
                      <a:lnTo>
                        <a:pt x="30" y="137"/>
                      </a:lnTo>
                      <a:lnTo>
                        <a:pt x="11" y="128"/>
                      </a:lnTo>
                      <a:lnTo>
                        <a:pt x="4" y="108"/>
                      </a:lnTo>
                      <a:lnTo>
                        <a:pt x="0" y="88"/>
                      </a:lnTo>
                      <a:lnTo>
                        <a:pt x="0" y="5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08" name="Google Shape;308;p10"/>
                <p:cNvSpPr/>
                <p:nvPr/>
              </p:nvSpPr>
              <p:spPr>
                <a:xfrm>
                  <a:off x="3416" y="3323"/>
                  <a:ext cx="41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" h="223" extrusionOk="0">
                      <a:moveTo>
                        <a:pt x="13" y="14"/>
                      </a:moveTo>
                      <a:lnTo>
                        <a:pt x="22" y="4"/>
                      </a:lnTo>
                      <a:lnTo>
                        <a:pt x="34" y="1"/>
                      </a:lnTo>
                      <a:lnTo>
                        <a:pt x="45" y="0"/>
                      </a:lnTo>
                      <a:lnTo>
                        <a:pt x="60" y="2"/>
                      </a:lnTo>
                      <a:lnTo>
                        <a:pt x="77" y="14"/>
                      </a:lnTo>
                      <a:lnTo>
                        <a:pt x="83" y="36"/>
                      </a:lnTo>
                      <a:lnTo>
                        <a:pt x="83" y="68"/>
                      </a:lnTo>
                      <a:lnTo>
                        <a:pt x="83" y="100"/>
                      </a:lnTo>
                      <a:lnTo>
                        <a:pt x="74" y="147"/>
                      </a:lnTo>
                      <a:lnTo>
                        <a:pt x="68" y="186"/>
                      </a:lnTo>
                      <a:lnTo>
                        <a:pt x="60" y="211"/>
                      </a:lnTo>
                      <a:lnTo>
                        <a:pt x="45" y="223"/>
                      </a:lnTo>
                      <a:lnTo>
                        <a:pt x="22" y="221"/>
                      </a:lnTo>
                      <a:lnTo>
                        <a:pt x="11" y="201"/>
                      </a:lnTo>
                      <a:lnTo>
                        <a:pt x="5" y="172"/>
                      </a:lnTo>
                      <a:lnTo>
                        <a:pt x="0" y="139"/>
                      </a:lnTo>
                      <a:lnTo>
                        <a:pt x="0" y="90"/>
                      </a:lnTo>
                      <a:lnTo>
                        <a:pt x="3" y="56"/>
                      </a:lnTo>
                      <a:lnTo>
                        <a:pt x="8" y="24"/>
                      </a:lnTo>
                      <a:lnTo>
                        <a:pt x="13" y="1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09" name="Google Shape;309;p10"/>
                <p:cNvSpPr/>
                <p:nvPr/>
              </p:nvSpPr>
              <p:spPr>
                <a:xfrm>
                  <a:off x="3408" y="3323"/>
                  <a:ext cx="41" cy="1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" h="275" extrusionOk="0">
                      <a:moveTo>
                        <a:pt x="57" y="1"/>
                      </a:moveTo>
                      <a:lnTo>
                        <a:pt x="77" y="0"/>
                      </a:lnTo>
                      <a:lnTo>
                        <a:pt x="83" y="11"/>
                      </a:lnTo>
                      <a:lnTo>
                        <a:pt x="72" y="27"/>
                      </a:lnTo>
                      <a:lnTo>
                        <a:pt x="58" y="36"/>
                      </a:lnTo>
                      <a:lnTo>
                        <a:pt x="44" y="56"/>
                      </a:lnTo>
                      <a:lnTo>
                        <a:pt x="31" y="84"/>
                      </a:lnTo>
                      <a:lnTo>
                        <a:pt x="25" y="110"/>
                      </a:lnTo>
                      <a:lnTo>
                        <a:pt x="20" y="154"/>
                      </a:lnTo>
                      <a:lnTo>
                        <a:pt x="25" y="195"/>
                      </a:lnTo>
                      <a:lnTo>
                        <a:pt x="31" y="214"/>
                      </a:lnTo>
                      <a:lnTo>
                        <a:pt x="26" y="235"/>
                      </a:lnTo>
                      <a:lnTo>
                        <a:pt x="20" y="251"/>
                      </a:lnTo>
                      <a:lnTo>
                        <a:pt x="23" y="275"/>
                      </a:lnTo>
                      <a:lnTo>
                        <a:pt x="12" y="274"/>
                      </a:lnTo>
                      <a:lnTo>
                        <a:pt x="3" y="253"/>
                      </a:lnTo>
                      <a:lnTo>
                        <a:pt x="0" y="235"/>
                      </a:lnTo>
                      <a:lnTo>
                        <a:pt x="11" y="211"/>
                      </a:lnTo>
                      <a:lnTo>
                        <a:pt x="8" y="188"/>
                      </a:lnTo>
                      <a:lnTo>
                        <a:pt x="3" y="152"/>
                      </a:lnTo>
                      <a:lnTo>
                        <a:pt x="3" y="108"/>
                      </a:lnTo>
                      <a:lnTo>
                        <a:pt x="11" y="62"/>
                      </a:lnTo>
                      <a:lnTo>
                        <a:pt x="25" y="27"/>
                      </a:lnTo>
                      <a:lnTo>
                        <a:pt x="38" y="9"/>
                      </a:lnTo>
                      <a:lnTo>
                        <a:pt x="57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10" name="Google Shape;310;p10"/>
                <p:cNvSpPr/>
                <p:nvPr/>
              </p:nvSpPr>
              <p:spPr>
                <a:xfrm>
                  <a:off x="3435" y="3327"/>
                  <a:ext cx="40" cy="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" h="259" extrusionOk="0">
                      <a:moveTo>
                        <a:pt x="1" y="1"/>
                      </a:moveTo>
                      <a:lnTo>
                        <a:pt x="33" y="0"/>
                      </a:lnTo>
                      <a:lnTo>
                        <a:pt x="56" y="20"/>
                      </a:lnTo>
                      <a:lnTo>
                        <a:pt x="81" y="76"/>
                      </a:lnTo>
                      <a:lnTo>
                        <a:pt x="81" y="141"/>
                      </a:lnTo>
                      <a:lnTo>
                        <a:pt x="69" y="197"/>
                      </a:lnTo>
                      <a:lnTo>
                        <a:pt x="81" y="215"/>
                      </a:lnTo>
                      <a:lnTo>
                        <a:pt x="81" y="241"/>
                      </a:lnTo>
                      <a:lnTo>
                        <a:pt x="69" y="259"/>
                      </a:lnTo>
                      <a:lnTo>
                        <a:pt x="53" y="243"/>
                      </a:lnTo>
                      <a:lnTo>
                        <a:pt x="46" y="218"/>
                      </a:lnTo>
                      <a:lnTo>
                        <a:pt x="27" y="199"/>
                      </a:lnTo>
                      <a:lnTo>
                        <a:pt x="47" y="183"/>
                      </a:lnTo>
                      <a:lnTo>
                        <a:pt x="60" y="141"/>
                      </a:lnTo>
                      <a:lnTo>
                        <a:pt x="60" y="104"/>
                      </a:lnTo>
                      <a:lnTo>
                        <a:pt x="47" y="65"/>
                      </a:lnTo>
                      <a:lnTo>
                        <a:pt x="24" y="36"/>
                      </a:lnTo>
                      <a:lnTo>
                        <a:pt x="0" y="2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11" name="Google Shape;311;p10"/>
                <p:cNvSpPr/>
                <p:nvPr/>
              </p:nvSpPr>
              <p:spPr>
                <a:xfrm>
                  <a:off x="3416" y="3413"/>
                  <a:ext cx="41" cy="1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" h="315" extrusionOk="0">
                      <a:moveTo>
                        <a:pt x="8" y="0"/>
                      </a:moveTo>
                      <a:lnTo>
                        <a:pt x="19" y="13"/>
                      </a:lnTo>
                      <a:lnTo>
                        <a:pt x="22" y="26"/>
                      </a:lnTo>
                      <a:lnTo>
                        <a:pt x="26" y="72"/>
                      </a:lnTo>
                      <a:lnTo>
                        <a:pt x="28" y="102"/>
                      </a:lnTo>
                      <a:lnTo>
                        <a:pt x="28" y="155"/>
                      </a:lnTo>
                      <a:lnTo>
                        <a:pt x="26" y="205"/>
                      </a:lnTo>
                      <a:lnTo>
                        <a:pt x="23" y="245"/>
                      </a:lnTo>
                      <a:lnTo>
                        <a:pt x="20" y="257"/>
                      </a:lnTo>
                      <a:lnTo>
                        <a:pt x="40" y="262"/>
                      </a:lnTo>
                      <a:lnTo>
                        <a:pt x="57" y="271"/>
                      </a:lnTo>
                      <a:lnTo>
                        <a:pt x="80" y="287"/>
                      </a:lnTo>
                      <a:lnTo>
                        <a:pt x="83" y="293"/>
                      </a:lnTo>
                      <a:lnTo>
                        <a:pt x="82" y="306"/>
                      </a:lnTo>
                      <a:lnTo>
                        <a:pt x="69" y="315"/>
                      </a:lnTo>
                      <a:lnTo>
                        <a:pt x="65" y="310"/>
                      </a:lnTo>
                      <a:lnTo>
                        <a:pt x="62" y="297"/>
                      </a:lnTo>
                      <a:lnTo>
                        <a:pt x="51" y="286"/>
                      </a:lnTo>
                      <a:lnTo>
                        <a:pt x="31" y="274"/>
                      </a:lnTo>
                      <a:lnTo>
                        <a:pt x="19" y="271"/>
                      </a:lnTo>
                      <a:lnTo>
                        <a:pt x="5" y="271"/>
                      </a:lnTo>
                      <a:lnTo>
                        <a:pt x="5" y="260"/>
                      </a:lnTo>
                      <a:lnTo>
                        <a:pt x="11" y="249"/>
                      </a:lnTo>
                      <a:lnTo>
                        <a:pt x="19" y="214"/>
                      </a:lnTo>
                      <a:lnTo>
                        <a:pt x="20" y="178"/>
                      </a:lnTo>
                      <a:lnTo>
                        <a:pt x="19" y="145"/>
                      </a:lnTo>
                      <a:lnTo>
                        <a:pt x="19" y="102"/>
                      </a:lnTo>
                      <a:lnTo>
                        <a:pt x="14" y="67"/>
                      </a:lnTo>
                      <a:lnTo>
                        <a:pt x="6" y="40"/>
                      </a:lnTo>
                      <a:lnTo>
                        <a:pt x="0" y="16"/>
                      </a:lnTo>
                      <a:lnTo>
                        <a:pt x="2" y="8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12" name="Google Shape;312;p10"/>
                <p:cNvSpPr/>
                <p:nvPr/>
              </p:nvSpPr>
              <p:spPr>
                <a:xfrm>
                  <a:off x="3429" y="3413"/>
                  <a:ext cx="41" cy="1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" h="284" extrusionOk="0">
                      <a:moveTo>
                        <a:pt x="0" y="22"/>
                      </a:moveTo>
                      <a:lnTo>
                        <a:pt x="0" y="4"/>
                      </a:lnTo>
                      <a:lnTo>
                        <a:pt x="8" y="0"/>
                      </a:lnTo>
                      <a:lnTo>
                        <a:pt x="21" y="0"/>
                      </a:lnTo>
                      <a:lnTo>
                        <a:pt x="31" y="10"/>
                      </a:lnTo>
                      <a:lnTo>
                        <a:pt x="32" y="20"/>
                      </a:lnTo>
                      <a:lnTo>
                        <a:pt x="31" y="40"/>
                      </a:lnTo>
                      <a:lnTo>
                        <a:pt x="24" y="66"/>
                      </a:lnTo>
                      <a:lnTo>
                        <a:pt x="21" y="106"/>
                      </a:lnTo>
                      <a:lnTo>
                        <a:pt x="20" y="132"/>
                      </a:lnTo>
                      <a:lnTo>
                        <a:pt x="20" y="136"/>
                      </a:lnTo>
                      <a:lnTo>
                        <a:pt x="21" y="172"/>
                      </a:lnTo>
                      <a:lnTo>
                        <a:pt x="26" y="193"/>
                      </a:lnTo>
                      <a:lnTo>
                        <a:pt x="31" y="209"/>
                      </a:lnTo>
                      <a:lnTo>
                        <a:pt x="29" y="217"/>
                      </a:lnTo>
                      <a:lnTo>
                        <a:pt x="41" y="235"/>
                      </a:lnTo>
                      <a:lnTo>
                        <a:pt x="55" y="247"/>
                      </a:lnTo>
                      <a:lnTo>
                        <a:pt x="69" y="259"/>
                      </a:lnTo>
                      <a:lnTo>
                        <a:pt x="81" y="264"/>
                      </a:lnTo>
                      <a:lnTo>
                        <a:pt x="81" y="273"/>
                      </a:lnTo>
                      <a:lnTo>
                        <a:pt x="75" y="281"/>
                      </a:lnTo>
                      <a:lnTo>
                        <a:pt x="58" y="284"/>
                      </a:lnTo>
                      <a:lnTo>
                        <a:pt x="48" y="278"/>
                      </a:lnTo>
                      <a:lnTo>
                        <a:pt x="48" y="272"/>
                      </a:lnTo>
                      <a:lnTo>
                        <a:pt x="38" y="247"/>
                      </a:lnTo>
                      <a:lnTo>
                        <a:pt x="21" y="234"/>
                      </a:lnTo>
                      <a:lnTo>
                        <a:pt x="11" y="221"/>
                      </a:lnTo>
                      <a:lnTo>
                        <a:pt x="3" y="214"/>
                      </a:lnTo>
                      <a:lnTo>
                        <a:pt x="5" y="206"/>
                      </a:lnTo>
                      <a:lnTo>
                        <a:pt x="11" y="182"/>
                      </a:lnTo>
                      <a:lnTo>
                        <a:pt x="11" y="139"/>
                      </a:lnTo>
                      <a:lnTo>
                        <a:pt x="8" y="107"/>
                      </a:lnTo>
                      <a:lnTo>
                        <a:pt x="8" y="76"/>
                      </a:lnTo>
                      <a:lnTo>
                        <a:pt x="8" y="42"/>
                      </a:lnTo>
                      <a:lnTo>
                        <a:pt x="0" y="2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  <p:sp>
          <p:nvSpPr>
            <p:cNvPr id="313" name="Google Shape;313;p10"/>
            <p:cNvSpPr/>
            <p:nvPr/>
          </p:nvSpPr>
          <p:spPr>
            <a:xfrm>
              <a:off x="1587" y="3332"/>
              <a:ext cx="463" cy="166"/>
            </a:xfrm>
            <a:custGeom>
              <a:avLst/>
              <a:gdLst/>
              <a:ahLst/>
              <a:cxnLst/>
              <a:rect l="l" t="t" r="r" b="b"/>
              <a:pathLst>
                <a:path w="463" h="166" extrusionOk="0">
                  <a:moveTo>
                    <a:pt x="42" y="22"/>
                  </a:moveTo>
                  <a:lnTo>
                    <a:pt x="17" y="17"/>
                  </a:lnTo>
                  <a:lnTo>
                    <a:pt x="13" y="21"/>
                  </a:lnTo>
                  <a:lnTo>
                    <a:pt x="3" y="26"/>
                  </a:lnTo>
                  <a:lnTo>
                    <a:pt x="2" y="45"/>
                  </a:lnTo>
                  <a:lnTo>
                    <a:pt x="0" y="48"/>
                  </a:lnTo>
                  <a:lnTo>
                    <a:pt x="12" y="66"/>
                  </a:lnTo>
                  <a:lnTo>
                    <a:pt x="42" y="86"/>
                  </a:lnTo>
                  <a:lnTo>
                    <a:pt x="84" y="108"/>
                  </a:lnTo>
                  <a:lnTo>
                    <a:pt x="111" y="121"/>
                  </a:lnTo>
                  <a:lnTo>
                    <a:pt x="149" y="139"/>
                  </a:lnTo>
                  <a:lnTo>
                    <a:pt x="193" y="153"/>
                  </a:lnTo>
                  <a:lnTo>
                    <a:pt x="218" y="161"/>
                  </a:lnTo>
                  <a:lnTo>
                    <a:pt x="235" y="166"/>
                  </a:lnTo>
                  <a:lnTo>
                    <a:pt x="248" y="165"/>
                  </a:lnTo>
                  <a:lnTo>
                    <a:pt x="262" y="159"/>
                  </a:lnTo>
                  <a:lnTo>
                    <a:pt x="282" y="149"/>
                  </a:lnTo>
                  <a:lnTo>
                    <a:pt x="308" y="136"/>
                  </a:lnTo>
                  <a:lnTo>
                    <a:pt x="327" y="126"/>
                  </a:lnTo>
                  <a:lnTo>
                    <a:pt x="348" y="121"/>
                  </a:lnTo>
                  <a:lnTo>
                    <a:pt x="360" y="118"/>
                  </a:lnTo>
                  <a:lnTo>
                    <a:pt x="374" y="116"/>
                  </a:lnTo>
                  <a:lnTo>
                    <a:pt x="388" y="118"/>
                  </a:lnTo>
                  <a:lnTo>
                    <a:pt x="404" y="121"/>
                  </a:lnTo>
                  <a:lnTo>
                    <a:pt x="428" y="129"/>
                  </a:lnTo>
                  <a:lnTo>
                    <a:pt x="445" y="131"/>
                  </a:lnTo>
                  <a:lnTo>
                    <a:pt x="459" y="127"/>
                  </a:lnTo>
                  <a:lnTo>
                    <a:pt x="463" y="119"/>
                  </a:lnTo>
                  <a:lnTo>
                    <a:pt x="460" y="109"/>
                  </a:lnTo>
                  <a:lnTo>
                    <a:pt x="457" y="108"/>
                  </a:lnTo>
                  <a:lnTo>
                    <a:pt x="438" y="102"/>
                  </a:lnTo>
                  <a:lnTo>
                    <a:pt x="419" y="103"/>
                  </a:lnTo>
                  <a:lnTo>
                    <a:pt x="405" y="100"/>
                  </a:lnTo>
                  <a:lnTo>
                    <a:pt x="402" y="92"/>
                  </a:lnTo>
                  <a:lnTo>
                    <a:pt x="410" y="86"/>
                  </a:lnTo>
                  <a:lnTo>
                    <a:pt x="427" y="82"/>
                  </a:lnTo>
                  <a:lnTo>
                    <a:pt x="454" y="78"/>
                  </a:lnTo>
                  <a:lnTo>
                    <a:pt x="462" y="71"/>
                  </a:lnTo>
                  <a:lnTo>
                    <a:pt x="463" y="68"/>
                  </a:lnTo>
                  <a:lnTo>
                    <a:pt x="463" y="60"/>
                  </a:lnTo>
                  <a:lnTo>
                    <a:pt x="460" y="58"/>
                  </a:lnTo>
                  <a:lnTo>
                    <a:pt x="451" y="52"/>
                  </a:lnTo>
                  <a:lnTo>
                    <a:pt x="447" y="52"/>
                  </a:lnTo>
                  <a:lnTo>
                    <a:pt x="433" y="52"/>
                  </a:lnTo>
                  <a:lnTo>
                    <a:pt x="406" y="64"/>
                  </a:lnTo>
                  <a:lnTo>
                    <a:pt x="395" y="70"/>
                  </a:lnTo>
                  <a:lnTo>
                    <a:pt x="386" y="70"/>
                  </a:lnTo>
                  <a:lnTo>
                    <a:pt x="381" y="58"/>
                  </a:lnTo>
                  <a:lnTo>
                    <a:pt x="380" y="55"/>
                  </a:lnTo>
                  <a:lnTo>
                    <a:pt x="384" y="42"/>
                  </a:lnTo>
                  <a:lnTo>
                    <a:pt x="387" y="19"/>
                  </a:lnTo>
                  <a:lnTo>
                    <a:pt x="383" y="2"/>
                  </a:lnTo>
                  <a:lnTo>
                    <a:pt x="371" y="0"/>
                  </a:lnTo>
                  <a:lnTo>
                    <a:pt x="360" y="8"/>
                  </a:lnTo>
                  <a:lnTo>
                    <a:pt x="359" y="32"/>
                  </a:lnTo>
                  <a:lnTo>
                    <a:pt x="365" y="64"/>
                  </a:lnTo>
                  <a:lnTo>
                    <a:pt x="363" y="82"/>
                  </a:lnTo>
                  <a:lnTo>
                    <a:pt x="349" y="96"/>
                  </a:lnTo>
                  <a:lnTo>
                    <a:pt x="309" y="108"/>
                  </a:lnTo>
                  <a:lnTo>
                    <a:pt x="276" y="119"/>
                  </a:lnTo>
                  <a:lnTo>
                    <a:pt x="246" y="128"/>
                  </a:lnTo>
                  <a:lnTo>
                    <a:pt x="234" y="129"/>
                  </a:lnTo>
                  <a:lnTo>
                    <a:pt x="210" y="124"/>
                  </a:lnTo>
                  <a:lnTo>
                    <a:pt x="174" y="104"/>
                  </a:lnTo>
                  <a:lnTo>
                    <a:pt x="137" y="85"/>
                  </a:lnTo>
                  <a:lnTo>
                    <a:pt x="102" y="64"/>
                  </a:lnTo>
                  <a:lnTo>
                    <a:pt x="75" y="47"/>
                  </a:lnTo>
                  <a:lnTo>
                    <a:pt x="53" y="33"/>
                  </a:lnTo>
                  <a:lnTo>
                    <a:pt x="42" y="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314" name="Google Shape;314;p10"/>
            <p:cNvGrpSpPr/>
            <p:nvPr/>
          </p:nvGrpSpPr>
          <p:grpSpPr>
            <a:xfrm>
              <a:off x="1850" y="3190"/>
              <a:ext cx="274" cy="438"/>
              <a:chOff x="1850" y="3190"/>
              <a:chExt cx="274" cy="438"/>
            </a:xfrm>
          </p:grpSpPr>
          <p:sp>
            <p:nvSpPr>
              <p:cNvPr id="315" name="Google Shape;315;p10"/>
              <p:cNvSpPr/>
              <p:nvPr/>
            </p:nvSpPr>
            <p:spPr>
              <a:xfrm>
                <a:off x="1862" y="3236"/>
                <a:ext cx="251" cy="382"/>
              </a:xfrm>
              <a:custGeom>
                <a:avLst/>
                <a:gdLst/>
                <a:ahLst/>
                <a:cxnLst/>
                <a:rect l="l" t="t" r="r" b="b"/>
                <a:pathLst>
                  <a:path w="251" h="382" extrusionOk="0">
                    <a:moveTo>
                      <a:pt x="0" y="66"/>
                    </a:moveTo>
                    <a:lnTo>
                      <a:pt x="36" y="56"/>
                    </a:lnTo>
                    <a:lnTo>
                      <a:pt x="65" y="46"/>
                    </a:lnTo>
                    <a:lnTo>
                      <a:pt x="84" y="33"/>
                    </a:lnTo>
                    <a:lnTo>
                      <a:pt x="107" y="0"/>
                    </a:lnTo>
                    <a:lnTo>
                      <a:pt x="123" y="44"/>
                    </a:lnTo>
                    <a:lnTo>
                      <a:pt x="141" y="94"/>
                    </a:lnTo>
                    <a:lnTo>
                      <a:pt x="163" y="138"/>
                    </a:lnTo>
                    <a:lnTo>
                      <a:pt x="184" y="188"/>
                    </a:lnTo>
                    <a:lnTo>
                      <a:pt x="206" y="244"/>
                    </a:lnTo>
                    <a:lnTo>
                      <a:pt x="239" y="315"/>
                    </a:lnTo>
                    <a:lnTo>
                      <a:pt x="251" y="343"/>
                    </a:lnTo>
                    <a:lnTo>
                      <a:pt x="243" y="366"/>
                    </a:lnTo>
                    <a:lnTo>
                      <a:pt x="224" y="379"/>
                    </a:lnTo>
                    <a:lnTo>
                      <a:pt x="202" y="382"/>
                    </a:lnTo>
                    <a:lnTo>
                      <a:pt x="177" y="374"/>
                    </a:lnTo>
                    <a:lnTo>
                      <a:pt x="162" y="358"/>
                    </a:lnTo>
                    <a:lnTo>
                      <a:pt x="156" y="311"/>
                    </a:lnTo>
                    <a:lnTo>
                      <a:pt x="147" y="270"/>
                    </a:lnTo>
                    <a:lnTo>
                      <a:pt x="136" y="235"/>
                    </a:lnTo>
                    <a:lnTo>
                      <a:pt x="121" y="201"/>
                    </a:lnTo>
                    <a:lnTo>
                      <a:pt x="94" y="171"/>
                    </a:lnTo>
                    <a:lnTo>
                      <a:pt x="62" y="132"/>
                    </a:lnTo>
                    <a:lnTo>
                      <a:pt x="34" y="98"/>
                    </a:lnTo>
                    <a:lnTo>
                      <a:pt x="6" y="72"/>
                    </a:lnTo>
                    <a:lnTo>
                      <a:pt x="0" y="6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16" name="Google Shape;316;p10"/>
              <p:cNvSpPr/>
              <p:nvPr/>
            </p:nvSpPr>
            <p:spPr>
              <a:xfrm>
                <a:off x="1867" y="3197"/>
                <a:ext cx="98" cy="91"/>
              </a:xfrm>
              <a:custGeom>
                <a:avLst/>
                <a:gdLst/>
                <a:ahLst/>
                <a:cxnLst/>
                <a:rect l="l" t="t" r="r" b="b"/>
                <a:pathLst>
                  <a:path w="98" h="91" extrusionOk="0">
                    <a:moveTo>
                      <a:pt x="30" y="91"/>
                    </a:moveTo>
                    <a:lnTo>
                      <a:pt x="0" y="47"/>
                    </a:lnTo>
                    <a:lnTo>
                      <a:pt x="11" y="24"/>
                    </a:lnTo>
                    <a:lnTo>
                      <a:pt x="28" y="6"/>
                    </a:lnTo>
                    <a:lnTo>
                      <a:pt x="54" y="0"/>
                    </a:lnTo>
                    <a:lnTo>
                      <a:pt x="74" y="2"/>
                    </a:lnTo>
                    <a:lnTo>
                      <a:pt x="89" y="11"/>
                    </a:lnTo>
                    <a:lnTo>
                      <a:pt x="98" y="27"/>
                    </a:lnTo>
                    <a:lnTo>
                      <a:pt x="98" y="45"/>
                    </a:lnTo>
                    <a:lnTo>
                      <a:pt x="87" y="67"/>
                    </a:lnTo>
                    <a:lnTo>
                      <a:pt x="59" y="82"/>
                    </a:lnTo>
                    <a:lnTo>
                      <a:pt x="36" y="91"/>
                    </a:lnTo>
                    <a:lnTo>
                      <a:pt x="30" y="91"/>
                    </a:lnTo>
                    <a:close/>
                  </a:path>
                </a:pathLst>
              </a:custGeom>
              <a:blipFill rotWithShape="1">
                <a:blip r:embed="rId3">
                  <a:alphaModFix/>
                </a:blip>
                <a:tile tx="0" ty="0" sx="100000" sy="100000" flip="none" algn="tl"/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17" name="Google Shape;317;p10"/>
              <p:cNvSpPr/>
              <p:nvPr/>
            </p:nvSpPr>
            <p:spPr>
              <a:xfrm>
                <a:off x="1850" y="3190"/>
                <a:ext cx="274" cy="438"/>
              </a:xfrm>
              <a:custGeom>
                <a:avLst/>
                <a:gdLst/>
                <a:ahLst/>
                <a:cxnLst/>
                <a:rect l="l" t="t" r="r" b="b"/>
                <a:pathLst>
                  <a:path w="274" h="438" extrusionOk="0">
                    <a:moveTo>
                      <a:pt x="1" y="107"/>
                    </a:moveTo>
                    <a:lnTo>
                      <a:pt x="34" y="100"/>
                    </a:lnTo>
                    <a:lnTo>
                      <a:pt x="56" y="93"/>
                    </a:lnTo>
                    <a:lnTo>
                      <a:pt x="71" y="86"/>
                    </a:lnTo>
                    <a:lnTo>
                      <a:pt x="87" y="79"/>
                    </a:lnTo>
                    <a:lnTo>
                      <a:pt x="101" y="70"/>
                    </a:lnTo>
                    <a:lnTo>
                      <a:pt x="107" y="59"/>
                    </a:lnTo>
                    <a:lnTo>
                      <a:pt x="111" y="46"/>
                    </a:lnTo>
                    <a:lnTo>
                      <a:pt x="109" y="34"/>
                    </a:lnTo>
                    <a:lnTo>
                      <a:pt x="102" y="23"/>
                    </a:lnTo>
                    <a:lnTo>
                      <a:pt x="92" y="18"/>
                    </a:lnTo>
                    <a:lnTo>
                      <a:pt x="88" y="18"/>
                    </a:lnTo>
                    <a:lnTo>
                      <a:pt x="75" y="15"/>
                    </a:lnTo>
                    <a:lnTo>
                      <a:pt x="56" y="21"/>
                    </a:lnTo>
                    <a:lnTo>
                      <a:pt x="44" y="31"/>
                    </a:lnTo>
                    <a:lnTo>
                      <a:pt x="38" y="47"/>
                    </a:lnTo>
                    <a:lnTo>
                      <a:pt x="42" y="56"/>
                    </a:lnTo>
                    <a:lnTo>
                      <a:pt x="53" y="59"/>
                    </a:lnTo>
                    <a:lnTo>
                      <a:pt x="64" y="55"/>
                    </a:lnTo>
                    <a:lnTo>
                      <a:pt x="71" y="45"/>
                    </a:lnTo>
                    <a:lnTo>
                      <a:pt x="71" y="37"/>
                    </a:lnTo>
                    <a:lnTo>
                      <a:pt x="80" y="34"/>
                    </a:lnTo>
                    <a:lnTo>
                      <a:pt x="85" y="47"/>
                    </a:lnTo>
                    <a:lnTo>
                      <a:pt x="76" y="61"/>
                    </a:lnTo>
                    <a:lnTo>
                      <a:pt x="58" y="70"/>
                    </a:lnTo>
                    <a:lnTo>
                      <a:pt x="44" y="74"/>
                    </a:lnTo>
                    <a:lnTo>
                      <a:pt x="28" y="70"/>
                    </a:lnTo>
                    <a:lnTo>
                      <a:pt x="16" y="60"/>
                    </a:lnTo>
                    <a:lnTo>
                      <a:pt x="14" y="40"/>
                    </a:lnTo>
                    <a:lnTo>
                      <a:pt x="25" y="22"/>
                    </a:lnTo>
                    <a:lnTo>
                      <a:pt x="42" y="8"/>
                    </a:lnTo>
                    <a:lnTo>
                      <a:pt x="70" y="0"/>
                    </a:lnTo>
                    <a:lnTo>
                      <a:pt x="73" y="0"/>
                    </a:lnTo>
                    <a:lnTo>
                      <a:pt x="94" y="1"/>
                    </a:lnTo>
                    <a:lnTo>
                      <a:pt x="111" y="10"/>
                    </a:lnTo>
                    <a:lnTo>
                      <a:pt x="125" y="28"/>
                    </a:lnTo>
                    <a:lnTo>
                      <a:pt x="132" y="46"/>
                    </a:lnTo>
                    <a:lnTo>
                      <a:pt x="135" y="64"/>
                    </a:lnTo>
                    <a:lnTo>
                      <a:pt x="143" y="92"/>
                    </a:lnTo>
                    <a:lnTo>
                      <a:pt x="156" y="128"/>
                    </a:lnTo>
                    <a:lnTo>
                      <a:pt x="171" y="156"/>
                    </a:lnTo>
                    <a:lnTo>
                      <a:pt x="186" y="186"/>
                    </a:lnTo>
                    <a:lnTo>
                      <a:pt x="213" y="244"/>
                    </a:lnTo>
                    <a:lnTo>
                      <a:pt x="222" y="268"/>
                    </a:lnTo>
                    <a:lnTo>
                      <a:pt x="250" y="332"/>
                    </a:lnTo>
                    <a:lnTo>
                      <a:pt x="271" y="377"/>
                    </a:lnTo>
                    <a:lnTo>
                      <a:pt x="274" y="392"/>
                    </a:lnTo>
                    <a:lnTo>
                      <a:pt x="271" y="406"/>
                    </a:lnTo>
                    <a:lnTo>
                      <a:pt x="261" y="420"/>
                    </a:lnTo>
                    <a:lnTo>
                      <a:pt x="258" y="423"/>
                    </a:lnTo>
                    <a:lnTo>
                      <a:pt x="244" y="432"/>
                    </a:lnTo>
                    <a:lnTo>
                      <a:pt x="218" y="438"/>
                    </a:lnTo>
                    <a:lnTo>
                      <a:pt x="197" y="435"/>
                    </a:lnTo>
                    <a:lnTo>
                      <a:pt x="179" y="428"/>
                    </a:lnTo>
                    <a:lnTo>
                      <a:pt x="170" y="417"/>
                    </a:lnTo>
                    <a:lnTo>
                      <a:pt x="167" y="406"/>
                    </a:lnTo>
                    <a:lnTo>
                      <a:pt x="167" y="383"/>
                    </a:lnTo>
                    <a:lnTo>
                      <a:pt x="162" y="351"/>
                    </a:lnTo>
                    <a:lnTo>
                      <a:pt x="154" y="316"/>
                    </a:lnTo>
                    <a:lnTo>
                      <a:pt x="144" y="291"/>
                    </a:lnTo>
                    <a:lnTo>
                      <a:pt x="138" y="269"/>
                    </a:lnTo>
                    <a:lnTo>
                      <a:pt x="127" y="243"/>
                    </a:lnTo>
                    <a:lnTo>
                      <a:pt x="109" y="213"/>
                    </a:lnTo>
                    <a:lnTo>
                      <a:pt x="134" y="238"/>
                    </a:lnTo>
                    <a:lnTo>
                      <a:pt x="152" y="272"/>
                    </a:lnTo>
                    <a:lnTo>
                      <a:pt x="167" y="306"/>
                    </a:lnTo>
                    <a:lnTo>
                      <a:pt x="169" y="309"/>
                    </a:lnTo>
                    <a:lnTo>
                      <a:pt x="177" y="341"/>
                    </a:lnTo>
                    <a:lnTo>
                      <a:pt x="181" y="375"/>
                    </a:lnTo>
                    <a:lnTo>
                      <a:pt x="186" y="401"/>
                    </a:lnTo>
                    <a:lnTo>
                      <a:pt x="190" y="410"/>
                    </a:lnTo>
                    <a:lnTo>
                      <a:pt x="202" y="416"/>
                    </a:lnTo>
                    <a:lnTo>
                      <a:pt x="222" y="420"/>
                    </a:lnTo>
                    <a:lnTo>
                      <a:pt x="240" y="414"/>
                    </a:lnTo>
                    <a:lnTo>
                      <a:pt x="250" y="405"/>
                    </a:lnTo>
                    <a:lnTo>
                      <a:pt x="255" y="390"/>
                    </a:lnTo>
                    <a:lnTo>
                      <a:pt x="250" y="379"/>
                    </a:lnTo>
                    <a:lnTo>
                      <a:pt x="234" y="337"/>
                    </a:lnTo>
                    <a:lnTo>
                      <a:pt x="213" y="294"/>
                    </a:lnTo>
                    <a:lnTo>
                      <a:pt x="190" y="241"/>
                    </a:lnTo>
                    <a:lnTo>
                      <a:pt x="165" y="182"/>
                    </a:lnTo>
                    <a:lnTo>
                      <a:pt x="138" y="123"/>
                    </a:lnTo>
                    <a:lnTo>
                      <a:pt x="125" y="90"/>
                    </a:lnTo>
                    <a:lnTo>
                      <a:pt x="120" y="63"/>
                    </a:lnTo>
                    <a:lnTo>
                      <a:pt x="108" y="80"/>
                    </a:lnTo>
                    <a:lnTo>
                      <a:pt x="92" y="92"/>
                    </a:lnTo>
                    <a:lnTo>
                      <a:pt x="76" y="101"/>
                    </a:lnTo>
                    <a:lnTo>
                      <a:pt x="72" y="103"/>
                    </a:lnTo>
                    <a:lnTo>
                      <a:pt x="57" y="108"/>
                    </a:lnTo>
                    <a:lnTo>
                      <a:pt x="37" y="115"/>
                    </a:lnTo>
                    <a:lnTo>
                      <a:pt x="24" y="117"/>
                    </a:lnTo>
                    <a:lnTo>
                      <a:pt x="57" y="143"/>
                    </a:lnTo>
                    <a:lnTo>
                      <a:pt x="85" y="182"/>
                    </a:lnTo>
                    <a:lnTo>
                      <a:pt x="103" y="203"/>
                    </a:lnTo>
                    <a:lnTo>
                      <a:pt x="125" y="238"/>
                    </a:lnTo>
                    <a:lnTo>
                      <a:pt x="131" y="252"/>
                    </a:lnTo>
                    <a:lnTo>
                      <a:pt x="88" y="205"/>
                    </a:lnTo>
                    <a:lnTo>
                      <a:pt x="48" y="159"/>
                    </a:lnTo>
                    <a:lnTo>
                      <a:pt x="18" y="128"/>
                    </a:lnTo>
                    <a:lnTo>
                      <a:pt x="0" y="113"/>
                    </a:lnTo>
                    <a:lnTo>
                      <a:pt x="1" y="107"/>
                    </a:lnTo>
                    <a:close/>
                  </a:path>
                </a:pathLst>
              </a:custGeom>
              <a:blipFill rotWithShape="1">
                <a:blip r:embed="rId4">
                  <a:alphaModFix/>
                </a:blip>
                <a:tile tx="0" ty="0" sx="100000" sy="100000" flip="none" algn="tl"/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318" name="Google Shape;318;p10"/>
            <p:cNvGrpSpPr/>
            <p:nvPr/>
          </p:nvGrpSpPr>
          <p:grpSpPr>
            <a:xfrm>
              <a:off x="2032" y="3095"/>
              <a:ext cx="641" cy="1000"/>
              <a:chOff x="2032" y="3095"/>
              <a:chExt cx="641" cy="1000"/>
            </a:xfrm>
          </p:grpSpPr>
          <p:sp>
            <p:nvSpPr>
              <p:cNvPr id="319" name="Google Shape;319;p10"/>
              <p:cNvSpPr/>
              <p:nvPr/>
            </p:nvSpPr>
            <p:spPr>
              <a:xfrm>
                <a:off x="2386" y="3095"/>
                <a:ext cx="287" cy="225"/>
              </a:xfrm>
              <a:custGeom>
                <a:avLst/>
                <a:gdLst/>
                <a:ahLst/>
                <a:cxnLst/>
                <a:rect l="l" t="t" r="r" b="b"/>
                <a:pathLst>
                  <a:path w="287" h="225" extrusionOk="0">
                    <a:moveTo>
                      <a:pt x="99" y="138"/>
                    </a:moveTo>
                    <a:lnTo>
                      <a:pt x="104" y="108"/>
                    </a:lnTo>
                    <a:lnTo>
                      <a:pt x="112" y="83"/>
                    </a:lnTo>
                    <a:lnTo>
                      <a:pt x="122" y="59"/>
                    </a:lnTo>
                    <a:lnTo>
                      <a:pt x="137" y="41"/>
                    </a:lnTo>
                    <a:lnTo>
                      <a:pt x="156" y="22"/>
                    </a:lnTo>
                    <a:lnTo>
                      <a:pt x="175" y="11"/>
                    </a:lnTo>
                    <a:lnTo>
                      <a:pt x="190" y="5"/>
                    </a:lnTo>
                    <a:lnTo>
                      <a:pt x="210" y="2"/>
                    </a:lnTo>
                    <a:lnTo>
                      <a:pt x="227" y="0"/>
                    </a:lnTo>
                    <a:lnTo>
                      <a:pt x="245" y="2"/>
                    </a:lnTo>
                    <a:lnTo>
                      <a:pt x="257" y="5"/>
                    </a:lnTo>
                    <a:lnTo>
                      <a:pt x="267" y="13"/>
                    </a:lnTo>
                    <a:lnTo>
                      <a:pt x="275" y="26"/>
                    </a:lnTo>
                    <a:lnTo>
                      <a:pt x="282" y="44"/>
                    </a:lnTo>
                    <a:lnTo>
                      <a:pt x="287" y="64"/>
                    </a:lnTo>
                    <a:lnTo>
                      <a:pt x="287" y="85"/>
                    </a:lnTo>
                    <a:lnTo>
                      <a:pt x="283" y="108"/>
                    </a:lnTo>
                    <a:lnTo>
                      <a:pt x="277" y="124"/>
                    </a:lnTo>
                    <a:lnTo>
                      <a:pt x="268" y="143"/>
                    </a:lnTo>
                    <a:lnTo>
                      <a:pt x="254" y="160"/>
                    </a:lnTo>
                    <a:lnTo>
                      <a:pt x="239" y="176"/>
                    </a:lnTo>
                    <a:lnTo>
                      <a:pt x="221" y="190"/>
                    </a:lnTo>
                    <a:lnTo>
                      <a:pt x="204" y="203"/>
                    </a:lnTo>
                    <a:lnTo>
                      <a:pt x="187" y="212"/>
                    </a:lnTo>
                    <a:lnTo>
                      <a:pt x="168" y="219"/>
                    </a:lnTo>
                    <a:lnTo>
                      <a:pt x="151" y="223"/>
                    </a:lnTo>
                    <a:lnTo>
                      <a:pt x="137" y="225"/>
                    </a:lnTo>
                    <a:lnTo>
                      <a:pt x="126" y="224"/>
                    </a:lnTo>
                    <a:lnTo>
                      <a:pt x="120" y="220"/>
                    </a:lnTo>
                    <a:lnTo>
                      <a:pt x="113" y="215"/>
                    </a:lnTo>
                    <a:lnTo>
                      <a:pt x="110" y="208"/>
                    </a:lnTo>
                    <a:lnTo>
                      <a:pt x="103" y="197"/>
                    </a:lnTo>
                    <a:lnTo>
                      <a:pt x="101" y="181"/>
                    </a:lnTo>
                    <a:lnTo>
                      <a:pt x="97" y="175"/>
                    </a:lnTo>
                    <a:lnTo>
                      <a:pt x="90" y="175"/>
                    </a:lnTo>
                    <a:lnTo>
                      <a:pt x="76" y="184"/>
                    </a:lnTo>
                    <a:lnTo>
                      <a:pt x="53" y="204"/>
                    </a:lnTo>
                    <a:lnTo>
                      <a:pt x="32" y="219"/>
                    </a:lnTo>
                    <a:lnTo>
                      <a:pt x="19" y="225"/>
                    </a:lnTo>
                    <a:lnTo>
                      <a:pt x="11" y="225"/>
                    </a:lnTo>
                    <a:lnTo>
                      <a:pt x="4" y="221"/>
                    </a:lnTo>
                    <a:lnTo>
                      <a:pt x="0" y="211"/>
                    </a:lnTo>
                    <a:lnTo>
                      <a:pt x="3" y="199"/>
                    </a:lnTo>
                    <a:lnTo>
                      <a:pt x="10" y="190"/>
                    </a:lnTo>
                    <a:lnTo>
                      <a:pt x="22" y="181"/>
                    </a:lnTo>
                    <a:lnTo>
                      <a:pt x="42" y="173"/>
                    </a:lnTo>
                    <a:lnTo>
                      <a:pt x="68" y="160"/>
                    </a:lnTo>
                    <a:lnTo>
                      <a:pt x="88" y="150"/>
                    </a:lnTo>
                    <a:lnTo>
                      <a:pt x="95" y="145"/>
                    </a:lnTo>
                    <a:lnTo>
                      <a:pt x="99" y="1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0" name="Google Shape;320;p10"/>
              <p:cNvSpPr/>
              <p:nvPr/>
            </p:nvSpPr>
            <p:spPr>
              <a:xfrm>
                <a:off x="2452" y="3346"/>
                <a:ext cx="191" cy="350"/>
              </a:xfrm>
              <a:custGeom>
                <a:avLst/>
                <a:gdLst/>
                <a:ahLst/>
                <a:cxnLst/>
                <a:rect l="l" t="t" r="r" b="b"/>
                <a:pathLst>
                  <a:path w="191" h="350" extrusionOk="0">
                    <a:moveTo>
                      <a:pt x="36" y="45"/>
                    </a:moveTo>
                    <a:lnTo>
                      <a:pt x="55" y="25"/>
                    </a:lnTo>
                    <a:lnTo>
                      <a:pt x="73" y="13"/>
                    </a:lnTo>
                    <a:lnTo>
                      <a:pt x="94" y="5"/>
                    </a:lnTo>
                    <a:lnTo>
                      <a:pt x="117" y="0"/>
                    </a:lnTo>
                    <a:lnTo>
                      <a:pt x="140" y="2"/>
                    </a:lnTo>
                    <a:lnTo>
                      <a:pt x="159" y="6"/>
                    </a:lnTo>
                    <a:lnTo>
                      <a:pt x="174" y="15"/>
                    </a:lnTo>
                    <a:lnTo>
                      <a:pt x="181" y="27"/>
                    </a:lnTo>
                    <a:lnTo>
                      <a:pt x="185" y="42"/>
                    </a:lnTo>
                    <a:lnTo>
                      <a:pt x="185" y="59"/>
                    </a:lnTo>
                    <a:lnTo>
                      <a:pt x="180" y="75"/>
                    </a:lnTo>
                    <a:lnTo>
                      <a:pt x="171" y="88"/>
                    </a:lnTo>
                    <a:lnTo>
                      <a:pt x="161" y="100"/>
                    </a:lnTo>
                    <a:lnTo>
                      <a:pt x="154" y="115"/>
                    </a:lnTo>
                    <a:lnTo>
                      <a:pt x="149" y="136"/>
                    </a:lnTo>
                    <a:lnTo>
                      <a:pt x="147" y="157"/>
                    </a:lnTo>
                    <a:lnTo>
                      <a:pt x="149" y="175"/>
                    </a:lnTo>
                    <a:lnTo>
                      <a:pt x="156" y="195"/>
                    </a:lnTo>
                    <a:lnTo>
                      <a:pt x="167" y="215"/>
                    </a:lnTo>
                    <a:lnTo>
                      <a:pt x="178" y="237"/>
                    </a:lnTo>
                    <a:lnTo>
                      <a:pt x="186" y="257"/>
                    </a:lnTo>
                    <a:lnTo>
                      <a:pt x="189" y="271"/>
                    </a:lnTo>
                    <a:lnTo>
                      <a:pt x="191" y="286"/>
                    </a:lnTo>
                    <a:lnTo>
                      <a:pt x="188" y="305"/>
                    </a:lnTo>
                    <a:lnTo>
                      <a:pt x="180" y="321"/>
                    </a:lnTo>
                    <a:lnTo>
                      <a:pt x="167" y="332"/>
                    </a:lnTo>
                    <a:lnTo>
                      <a:pt x="151" y="341"/>
                    </a:lnTo>
                    <a:lnTo>
                      <a:pt x="127" y="348"/>
                    </a:lnTo>
                    <a:lnTo>
                      <a:pt x="102" y="350"/>
                    </a:lnTo>
                    <a:lnTo>
                      <a:pt x="74" y="347"/>
                    </a:lnTo>
                    <a:lnTo>
                      <a:pt x="54" y="338"/>
                    </a:lnTo>
                    <a:lnTo>
                      <a:pt x="36" y="324"/>
                    </a:lnTo>
                    <a:lnTo>
                      <a:pt x="23" y="308"/>
                    </a:lnTo>
                    <a:lnTo>
                      <a:pt x="14" y="289"/>
                    </a:lnTo>
                    <a:lnTo>
                      <a:pt x="6" y="266"/>
                    </a:lnTo>
                    <a:lnTo>
                      <a:pt x="2" y="236"/>
                    </a:lnTo>
                    <a:lnTo>
                      <a:pt x="0" y="203"/>
                    </a:lnTo>
                    <a:lnTo>
                      <a:pt x="0" y="174"/>
                    </a:lnTo>
                    <a:lnTo>
                      <a:pt x="3" y="143"/>
                    </a:lnTo>
                    <a:lnTo>
                      <a:pt x="8" y="116"/>
                    </a:lnTo>
                    <a:lnTo>
                      <a:pt x="16" y="89"/>
                    </a:lnTo>
                    <a:lnTo>
                      <a:pt x="27" y="64"/>
                    </a:lnTo>
                    <a:lnTo>
                      <a:pt x="36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1" name="Google Shape;321;p10"/>
              <p:cNvSpPr/>
              <p:nvPr/>
            </p:nvSpPr>
            <p:spPr>
              <a:xfrm>
                <a:off x="2032" y="3363"/>
                <a:ext cx="518" cy="136"/>
              </a:xfrm>
              <a:custGeom>
                <a:avLst/>
                <a:gdLst/>
                <a:ahLst/>
                <a:cxnLst/>
                <a:rect l="l" t="t" r="r" b="b"/>
                <a:pathLst>
                  <a:path w="518" h="136" extrusionOk="0">
                    <a:moveTo>
                      <a:pt x="447" y="11"/>
                    </a:moveTo>
                    <a:lnTo>
                      <a:pt x="482" y="3"/>
                    </a:lnTo>
                    <a:lnTo>
                      <a:pt x="500" y="0"/>
                    </a:lnTo>
                    <a:lnTo>
                      <a:pt x="510" y="7"/>
                    </a:lnTo>
                    <a:lnTo>
                      <a:pt x="518" y="25"/>
                    </a:lnTo>
                    <a:lnTo>
                      <a:pt x="508" y="45"/>
                    </a:lnTo>
                    <a:lnTo>
                      <a:pt x="486" y="55"/>
                    </a:lnTo>
                    <a:lnTo>
                      <a:pt x="453" y="61"/>
                    </a:lnTo>
                    <a:lnTo>
                      <a:pt x="416" y="58"/>
                    </a:lnTo>
                    <a:lnTo>
                      <a:pt x="380" y="61"/>
                    </a:lnTo>
                    <a:lnTo>
                      <a:pt x="347" y="67"/>
                    </a:lnTo>
                    <a:lnTo>
                      <a:pt x="304" y="78"/>
                    </a:lnTo>
                    <a:lnTo>
                      <a:pt x="271" y="91"/>
                    </a:lnTo>
                    <a:lnTo>
                      <a:pt x="245" y="104"/>
                    </a:lnTo>
                    <a:lnTo>
                      <a:pt x="222" y="112"/>
                    </a:lnTo>
                    <a:lnTo>
                      <a:pt x="206" y="113"/>
                    </a:lnTo>
                    <a:lnTo>
                      <a:pt x="187" y="107"/>
                    </a:lnTo>
                    <a:lnTo>
                      <a:pt x="165" y="99"/>
                    </a:lnTo>
                    <a:lnTo>
                      <a:pt x="142" y="91"/>
                    </a:lnTo>
                    <a:lnTo>
                      <a:pt x="122" y="88"/>
                    </a:lnTo>
                    <a:lnTo>
                      <a:pt x="92" y="86"/>
                    </a:lnTo>
                    <a:lnTo>
                      <a:pt x="75" y="85"/>
                    </a:lnTo>
                    <a:lnTo>
                      <a:pt x="60" y="86"/>
                    </a:lnTo>
                    <a:lnTo>
                      <a:pt x="56" y="88"/>
                    </a:lnTo>
                    <a:lnTo>
                      <a:pt x="48" y="98"/>
                    </a:lnTo>
                    <a:lnTo>
                      <a:pt x="47" y="117"/>
                    </a:lnTo>
                    <a:lnTo>
                      <a:pt x="40" y="128"/>
                    </a:lnTo>
                    <a:lnTo>
                      <a:pt x="26" y="136"/>
                    </a:lnTo>
                    <a:lnTo>
                      <a:pt x="15" y="135"/>
                    </a:lnTo>
                    <a:lnTo>
                      <a:pt x="10" y="128"/>
                    </a:lnTo>
                    <a:lnTo>
                      <a:pt x="11" y="118"/>
                    </a:lnTo>
                    <a:lnTo>
                      <a:pt x="18" y="107"/>
                    </a:lnTo>
                    <a:lnTo>
                      <a:pt x="25" y="98"/>
                    </a:lnTo>
                    <a:lnTo>
                      <a:pt x="31" y="88"/>
                    </a:lnTo>
                    <a:lnTo>
                      <a:pt x="28" y="74"/>
                    </a:lnTo>
                    <a:lnTo>
                      <a:pt x="14" y="47"/>
                    </a:lnTo>
                    <a:lnTo>
                      <a:pt x="1" y="22"/>
                    </a:lnTo>
                    <a:lnTo>
                      <a:pt x="0" y="15"/>
                    </a:lnTo>
                    <a:lnTo>
                      <a:pt x="0" y="8"/>
                    </a:lnTo>
                    <a:lnTo>
                      <a:pt x="11" y="1"/>
                    </a:lnTo>
                    <a:lnTo>
                      <a:pt x="25" y="6"/>
                    </a:lnTo>
                    <a:lnTo>
                      <a:pt x="37" y="25"/>
                    </a:lnTo>
                    <a:lnTo>
                      <a:pt x="46" y="51"/>
                    </a:lnTo>
                    <a:lnTo>
                      <a:pt x="55" y="59"/>
                    </a:lnTo>
                    <a:lnTo>
                      <a:pt x="83" y="63"/>
                    </a:lnTo>
                    <a:lnTo>
                      <a:pt x="119" y="65"/>
                    </a:lnTo>
                    <a:lnTo>
                      <a:pt x="154" y="67"/>
                    </a:lnTo>
                    <a:lnTo>
                      <a:pt x="180" y="72"/>
                    </a:lnTo>
                    <a:lnTo>
                      <a:pt x="208" y="77"/>
                    </a:lnTo>
                    <a:lnTo>
                      <a:pt x="222" y="77"/>
                    </a:lnTo>
                    <a:lnTo>
                      <a:pt x="253" y="65"/>
                    </a:lnTo>
                    <a:lnTo>
                      <a:pt x="285" y="51"/>
                    </a:lnTo>
                    <a:lnTo>
                      <a:pt x="310" y="42"/>
                    </a:lnTo>
                    <a:lnTo>
                      <a:pt x="342" y="33"/>
                    </a:lnTo>
                    <a:lnTo>
                      <a:pt x="373" y="26"/>
                    </a:lnTo>
                    <a:lnTo>
                      <a:pt x="401" y="22"/>
                    </a:lnTo>
                    <a:lnTo>
                      <a:pt x="426" y="16"/>
                    </a:lnTo>
                    <a:lnTo>
                      <a:pt x="447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2" name="Google Shape;322;p10"/>
              <p:cNvSpPr/>
              <p:nvPr/>
            </p:nvSpPr>
            <p:spPr>
              <a:xfrm>
                <a:off x="2308" y="3356"/>
                <a:ext cx="316" cy="347"/>
              </a:xfrm>
              <a:custGeom>
                <a:avLst/>
                <a:gdLst/>
                <a:ahLst/>
                <a:cxnLst/>
                <a:rect l="l" t="t" r="r" b="b"/>
                <a:pathLst>
                  <a:path w="316" h="347" extrusionOk="0">
                    <a:moveTo>
                      <a:pt x="306" y="7"/>
                    </a:moveTo>
                    <a:lnTo>
                      <a:pt x="314" y="15"/>
                    </a:lnTo>
                    <a:lnTo>
                      <a:pt x="316" y="40"/>
                    </a:lnTo>
                    <a:lnTo>
                      <a:pt x="316" y="64"/>
                    </a:lnTo>
                    <a:lnTo>
                      <a:pt x="311" y="98"/>
                    </a:lnTo>
                    <a:lnTo>
                      <a:pt x="305" y="125"/>
                    </a:lnTo>
                    <a:lnTo>
                      <a:pt x="293" y="146"/>
                    </a:lnTo>
                    <a:lnTo>
                      <a:pt x="276" y="172"/>
                    </a:lnTo>
                    <a:lnTo>
                      <a:pt x="251" y="197"/>
                    </a:lnTo>
                    <a:lnTo>
                      <a:pt x="213" y="219"/>
                    </a:lnTo>
                    <a:lnTo>
                      <a:pt x="177" y="243"/>
                    </a:lnTo>
                    <a:lnTo>
                      <a:pt x="145" y="256"/>
                    </a:lnTo>
                    <a:lnTo>
                      <a:pt x="114" y="276"/>
                    </a:lnTo>
                    <a:lnTo>
                      <a:pt x="87" y="290"/>
                    </a:lnTo>
                    <a:lnTo>
                      <a:pt x="75" y="300"/>
                    </a:lnTo>
                    <a:lnTo>
                      <a:pt x="67" y="313"/>
                    </a:lnTo>
                    <a:lnTo>
                      <a:pt x="65" y="316"/>
                    </a:lnTo>
                    <a:lnTo>
                      <a:pt x="56" y="335"/>
                    </a:lnTo>
                    <a:lnTo>
                      <a:pt x="45" y="347"/>
                    </a:lnTo>
                    <a:lnTo>
                      <a:pt x="36" y="347"/>
                    </a:lnTo>
                    <a:lnTo>
                      <a:pt x="31" y="342"/>
                    </a:lnTo>
                    <a:lnTo>
                      <a:pt x="29" y="331"/>
                    </a:lnTo>
                    <a:lnTo>
                      <a:pt x="34" y="323"/>
                    </a:lnTo>
                    <a:lnTo>
                      <a:pt x="43" y="316"/>
                    </a:lnTo>
                    <a:lnTo>
                      <a:pt x="48" y="308"/>
                    </a:lnTo>
                    <a:lnTo>
                      <a:pt x="51" y="303"/>
                    </a:lnTo>
                    <a:lnTo>
                      <a:pt x="47" y="298"/>
                    </a:lnTo>
                    <a:lnTo>
                      <a:pt x="36" y="303"/>
                    </a:lnTo>
                    <a:lnTo>
                      <a:pt x="28" y="314"/>
                    </a:lnTo>
                    <a:lnTo>
                      <a:pt x="28" y="318"/>
                    </a:lnTo>
                    <a:lnTo>
                      <a:pt x="20" y="325"/>
                    </a:lnTo>
                    <a:lnTo>
                      <a:pt x="9" y="327"/>
                    </a:lnTo>
                    <a:lnTo>
                      <a:pt x="0" y="321"/>
                    </a:lnTo>
                    <a:lnTo>
                      <a:pt x="3" y="307"/>
                    </a:lnTo>
                    <a:lnTo>
                      <a:pt x="13" y="299"/>
                    </a:lnTo>
                    <a:lnTo>
                      <a:pt x="28" y="289"/>
                    </a:lnTo>
                    <a:lnTo>
                      <a:pt x="38" y="284"/>
                    </a:lnTo>
                    <a:lnTo>
                      <a:pt x="40" y="277"/>
                    </a:lnTo>
                    <a:lnTo>
                      <a:pt x="41" y="269"/>
                    </a:lnTo>
                    <a:lnTo>
                      <a:pt x="33" y="256"/>
                    </a:lnTo>
                    <a:lnTo>
                      <a:pt x="25" y="243"/>
                    </a:lnTo>
                    <a:lnTo>
                      <a:pt x="22" y="231"/>
                    </a:lnTo>
                    <a:lnTo>
                      <a:pt x="24" y="226"/>
                    </a:lnTo>
                    <a:lnTo>
                      <a:pt x="30" y="222"/>
                    </a:lnTo>
                    <a:lnTo>
                      <a:pt x="36" y="222"/>
                    </a:lnTo>
                    <a:lnTo>
                      <a:pt x="40" y="229"/>
                    </a:lnTo>
                    <a:lnTo>
                      <a:pt x="45" y="241"/>
                    </a:lnTo>
                    <a:lnTo>
                      <a:pt x="51" y="259"/>
                    </a:lnTo>
                    <a:lnTo>
                      <a:pt x="57" y="264"/>
                    </a:lnTo>
                    <a:lnTo>
                      <a:pt x="71" y="261"/>
                    </a:lnTo>
                    <a:lnTo>
                      <a:pt x="88" y="259"/>
                    </a:lnTo>
                    <a:lnTo>
                      <a:pt x="123" y="245"/>
                    </a:lnTo>
                    <a:lnTo>
                      <a:pt x="157" y="228"/>
                    </a:lnTo>
                    <a:lnTo>
                      <a:pt x="188" y="210"/>
                    </a:lnTo>
                    <a:lnTo>
                      <a:pt x="226" y="179"/>
                    </a:lnTo>
                    <a:lnTo>
                      <a:pt x="252" y="149"/>
                    </a:lnTo>
                    <a:lnTo>
                      <a:pt x="265" y="120"/>
                    </a:lnTo>
                    <a:lnTo>
                      <a:pt x="270" y="83"/>
                    </a:lnTo>
                    <a:lnTo>
                      <a:pt x="269" y="52"/>
                    </a:lnTo>
                    <a:lnTo>
                      <a:pt x="264" y="21"/>
                    </a:lnTo>
                    <a:lnTo>
                      <a:pt x="273" y="7"/>
                    </a:lnTo>
                    <a:lnTo>
                      <a:pt x="291" y="0"/>
                    </a:lnTo>
                    <a:lnTo>
                      <a:pt x="301" y="3"/>
                    </a:lnTo>
                    <a:lnTo>
                      <a:pt x="306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3" name="Google Shape;323;p10"/>
              <p:cNvSpPr/>
              <p:nvPr/>
            </p:nvSpPr>
            <p:spPr>
              <a:xfrm>
                <a:off x="2527" y="3644"/>
                <a:ext cx="135" cy="451"/>
              </a:xfrm>
              <a:custGeom>
                <a:avLst/>
                <a:gdLst/>
                <a:ahLst/>
                <a:cxnLst/>
                <a:rect l="l" t="t" r="r" b="b"/>
                <a:pathLst>
                  <a:path w="135" h="451" extrusionOk="0">
                    <a:moveTo>
                      <a:pt x="45" y="0"/>
                    </a:moveTo>
                    <a:lnTo>
                      <a:pt x="63" y="2"/>
                    </a:lnTo>
                    <a:lnTo>
                      <a:pt x="77" y="12"/>
                    </a:lnTo>
                    <a:lnTo>
                      <a:pt x="85" y="25"/>
                    </a:lnTo>
                    <a:lnTo>
                      <a:pt x="92" y="44"/>
                    </a:lnTo>
                    <a:lnTo>
                      <a:pt x="101" y="74"/>
                    </a:lnTo>
                    <a:lnTo>
                      <a:pt x="109" y="109"/>
                    </a:lnTo>
                    <a:lnTo>
                      <a:pt x="113" y="138"/>
                    </a:lnTo>
                    <a:lnTo>
                      <a:pt x="115" y="166"/>
                    </a:lnTo>
                    <a:lnTo>
                      <a:pt x="111" y="183"/>
                    </a:lnTo>
                    <a:lnTo>
                      <a:pt x="108" y="198"/>
                    </a:lnTo>
                    <a:lnTo>
                      <a:pt x="101" y="216"/>
                    </a:lnTo>
                    <a:lnTo>
                      <a:pt x="84" y="237"/>
                    </a:lnTo>
                    <a:lnTo>
                      <a:pt x="64" y="261"/>
                    </a:lnTo>
                    <a:lnTo>
                      <a:pt x="53" y="282"/>
                    </a:lnTo>
                    <a:lnTo>
                      <a:pt x="43" y="300"/>
                    </a:lnTo>
                    <a:lnTo>
                      <a:pt x="38" y="317"/>
                    </a:lnTo>
                    <a:lnTo>
                      <a:pt x="34" y="341"/>
                    </a:lnTo>
                    <a:lnTo>
                      <a:pt x="33" y="360"/>
                    </a:lnTo>
                    <a:lnTo>
                      <a:pt x="35" y="372"/>
                    </a:lnTo>
                    <a:lnTo>
                      <a:pt x="45" y="383"/>
                    </a:lnTo>
                    <a:lnTo>
                      <a:pt x="60" y="389"/>
                    </a:lnTo>
                    <a:lnTo>
                      <a:pt x="79" y="393"/>
                    </a:lnTo>
                    <a:lnTo>
                      <a:pt x="99" y="400"/>
                    </a:lnTo>
                    <a:lnTo>
                      <a:pt x="116" y="410"/>
                    </a:lnTo>
                    <a:lnTo>
                      <a:pt x="131" y="423"/>
                    </a:lnTo>
                    <a:lnTo>
                      <a:pt x="133" y="432"/>
                    </a:lnTo>
                    <a:lnTo>
                      <a:pt x="135" y="442"/>
                    </a:lnTo>
                    <a:lnTo>
                      <a:pt x="126" y="448"/>
                    </a:lnTo>
                    <a:lnTo>
                      <a:pt x="115" y="451"/>
                    </a:lnTo>
                    <a:lnTo>
                      <a:pt x="103" y="446"/>
                    </a:lnTo>
                    <a:lnTo>
                      <a:pt x="96" y="436"/>
                    </a:lnTo>
                    <a:lnTo>
                      <a:pt x="93" y="436"/>
                    </a:lnTo>
                    <a:lnTo>
                      <a:pt x="85" y="424"/>
                    </a:lnTo>
                    <a:lnTo>
                      <a:pt x="73" y="414"/>
                    </a:lnTo>
                    <a:lnTo>
                      <a:pt x="60" y="411"/>
                    </a:lnTo>
                    <a:lnTo>
                      <a:pt x="42" y="408"/>
                    </a:lnTo>
                    <a:lnTo>
                      <a:pt x="26" y="406"/>
                    </a:lnTo>
                    <a:lnTo>
                      <a:pt x="12" y="402"/>
                    </a:lnTo>
                    <a:lnTo>
                      <a:pt x="5" y="395"/>
                    </a:lnTo>
                    <a:lnTo>
                      <a:pt x="2" y="389"/>
                    </a:lnTo>
                    <a:lnTo>
                      <a:pt x="0" y="377"/>
                    </a:lnTo>
                    <a:lnTo>
                      <a:pt x="4" y="362"/>
                    </a:lnTo>
                    <a:lnTo>
                      <a:pt x="10" y="339"/>
                    </a:lnTo>
                    <a:lnTo>
                      <a:pt x="15" y="304"/>
                    </a:lnTo>
                    <a:lnTo>
                      <a:pt x="21" y="277"/>
                    </a:lnTo>
                    <a:lnTo>
                      <a:pt x="33" y="253"/>
                    </a:lnTo>
                    <a:lnTo>
                      <a:pt x="46" y="229"/>
                    </a:lnTo>
                    <a:lnTo>
                      <a:pt x="60" y="210"/>
                    </a:lnTo>
                    <a:lnTo>
                      <a:pt x="70" y="191"/>
                    </a:lnTo>
                    <a:lnTo>
                      <a:pt x="72" y="176"/>
                    </a:lnTo>
                    <a:lnTo>
                      <a:pt x="73" y="162"/>
                    </a:lnTo>
                    <a:lnTo>
                      <a:pt x="71" y="145"/>
                    </a:lnTo>
                    <a:lnTo>
                      <a:pt x="63" y="121"/>
                    </a:lnTo>
                    <a:lnTo>
                      <a:pt x="50" y="91"/>
                    </a:lnTo>
                    <a:lnTo>
                      <a:pt x="40" y="63"/>
                    </a:lnTo>
                    <a:lnTo>
                      <a:pt x="31" y="41"/>
                    </a:lnTo>
                    <a:lnTo>
                      <a:pt x="26" y="21"/>
                    </a:lnTo>
                    <a:lnTo>
                      <a:pt x="30" y="8"/>
                    </a:lnTo>
                    <a:lnTo>
                      <a:pt x="36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4" name="Google Shape;324;p10"/>
              <p:cNvSpPr/>
              <p:nvPr/>
            </p:nvSpPr>
            <p:spPr>
              <a:xfrm>
                <a:off x="2360" y="3626"/>
                <a:ext cx="187" cy="44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440" extrusionOk="0">
                    <a:moveTo>
                      <a:pt x="99" y="50"/>
                    </a:moveTo>
                    <a:lnTo>
                      <a:pt x="113" y="31"/>
                    </a:lnTo>
                    <a:lnTo>
                      <a:pt x="126" y="8"/>
                    </a:lnTo>
                    <a:lnTo>
                      <a:pt x="146" y="0"/>
                    </a:lnTo>
                    <a:lnTo>
                      <a:pt x="173" y="6"/>
                    </a:lnTo>
                    <a:lnTo>
                      <a:pt x="187" y="30"/>
                    </a:lnTo>
                    <a:lnTo>
                      <a:pt x="187" y="33"/>
                    </a:lnTo>
                    <a:lnTo>
                      <a:pt x="182" y="52"/>
                    </a:lnTo>
                    <a:lnTo>
                      <a:pt x="168" y="63"/>
                    </a:lnTo>
                    <a:lnTo>
                      <a:pt x="146" y="81"/>
                    </a:lnTo>
                    <a:lnTo>
                      <a:pt x="129" y="101"/>
                    </a:lnTo>
                    <a:lnTo>
                      <a:pt x="120" y="124"/>
                    </a:lnTo>
                    <a:lnTo>
                      <a:pt x="114" y="152"/>
                    </a:lnTo>
                    <a:lnTo>
                      <a:pt x="110" y="175"/>
                    </a:lnTo>
                    <a:lnTo>
                      <a:pt x="110" y="207"/>
                    </a:lnTo>
                    <a:lnTo>
                      <a:pt x="114" y="226"/>
                    </a:lnTo>
                    <a:lnTo>
                      <a:pt x="122" y="256"/>
                    </a:lnTo>
                    <a:lnTo>
                      <a:pt x="133" y="289"/>
                    </a:lnTo>
                    <a:lnTo>
                      <a:pt x="140" y="320"/>
                    </a:lnTo>
                    <a:lnTo>
                      <a:pt x="145" y="354"/>
                    </a:lnTo>
                    <a:lnTo>
                      <a:pt x="145" y="380"/>
                    </a:lnTo>
                    <a:lnTo>
                      <a:pt x="140" y="392"/>
                    </a:lnTo>
                    <a:lnTo>
                      <a:pt x="132" y="399"/>
                    </a:lnTo>
                    <a:lnTo>
                      <a:pt x="122" y="402"/>
                    </a:lnTo>
                    <a:lnTo>
                      <a:pt x="107" y="402"/>
                    </a:lnTo>
                    <a:lnTo>
                      <a:pt x="83" y="404"/>
                    </a:lnTo>
                    <a:lnTo>
                      <a:pt x="54" y="415"/>
                    </a:lnTo>
                    <a:lnTo>
                      <a:pt x="28" y="430"/>
                    </a:lnTo>
                    <a:lnTo>
                      <a:pt x="17" y="440"/>
                    </a:lnTo>
                    <a:lnTo>
                      <a:pt x="6" y="437"/>
                    </a:lnTo>
                    <a:lnTo>
                      <a:pt x="1" y="426"/>
                    </a:lnTo>
                    <a:lnTo>
                      <a:pt x="0" y="414"/>
                    </a:lnTo>
                    <a:lnTo>
                      <a:pt x="1" y="404"/>
                    </a:lnTo>
                    <a:lnTo>
                      <a:pt x="6" y="396"/>
                    </a:lnTo>
                    <a:lnTo>
                      <a:pt x="30" y="388"/>
                    </a:lnTo>
                    <a:lnTo>
                      <a:pt x="60" y="382"/>
                    </a:lnTo>
                    <a:lnTo>
                      <a:pt x="86" y="377"/>
                    </a:lnTo>
                    <a:lnTo>
                      <a:pt x="102" y="371"/>
                    </a:lnTo>
                    <a:lnTo>
                      <a:pt x="111" y="369"/>
                    </a:lnTo>
                    <a:lnTo>
                      <a:pt x="117" y="363"/>
                    </a:lnTo>
                    <a:lnTo>
                      <a:pt x="120" y="354"/>
                    </a:lnTo>
                    <a:lnTo>
                      <a:pt x="121" y="341"/>
                    </a:lnTo>
                    <a:lnTo>
                      <a:pt x="118" y="322"/>
                    </a:lnTo>
                    <a:lnTo>
                      <a:pt x="113" y="300"/>
                    </a:lnTo>
                    <a:lnTo>
                      <a:pt x="101" y="274"/>
                    </a:lnTo>
                    <a:lnTo>
                      <a:pt x="86" y="248"/>
                    </a:lnTo>
                    <a:lnTo>
                      <a:pt x="77" y="227"/>
                    </a:lnTo>
                    <a:lnTo>
                      <a:pt x="71" y="204"/>
                    </a:lnTo>
                    <a:lnTo>
                      <a:pt x="68" y="181"/>
                    </a:lnTo>
                    <a:lnTo>
                      <a:pt x="69" y="156"/>
                    </a:lnTo>
                    <a:lnTo>
                      <a:pt x="72" y="128"/>
                    </a:lnTo>
                    <a:lnTo>
                      <a:pt x="79" y="101"/>
                    </a:lnTo>
                    <a:lnTo>
                      <a:pt x="87" y="72"/>
                    </a:lnTo>
                    <a:lnTo>
                      <a:pt x="99" y="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325" name="Google Shape;325;p10"/>
            <p:cNvSpPr/>
            <p:nvPr/>
          </p:nvSpPr>
          <p:spPr>
            <a:xfrm>
              <a:off x="1473" y="3079"/>
              <a:ext cx="265" cy="224"/>
            </a:xfrm>
            <a:custGeom>
              <a:avLst/>
              <a:gdLst/>
              <a:ahLst/>
              <a:cxnLst/>
              <a:rect l="l" t="t" r="r" b="b"/>
              <a:pathLst>
                <a:path w="265" h="224" extrusionOk="0">
                  <a:moveTo>
                    <a:pt x="179" y="100"/>
                  </a:moveTo>
                  <a:lnTo>
                    <a:pt x="166" y="68"/>
                  </a:lnTo>
                  <a:lnTo>
                    <a:pt x="151" y="45"/>
                  </a:lnTo>
                  <a:lnTo>
                    <a:pt x="132" y="24"/>
                  </a:lnTo>
                  <a:lnTo>
                    <a:pt x="114" y="6"/>
                  </a:lnTo>
                  <a:lnTo>
                    <a:pt x="99" y="2"/>
                  </a:lnTo>
                  <a:lnTo>
                    <a:pt x="76" y="0"/>
                  </a:lnTo>
                  <a:lnTo>
                    <a:pt x="73" y="0"/>
                  </a:lnTo>
                  <a:lnTo>
                    <a:pt x="52" y="6"/>
                  </a:lnTo>
                  <a:lnTo>
                    <a:pt x="30" y="20"/>
                  </a:lnTo>
                  <a:lnTo>
                    <a:pt x="14" y="41"/>
                  </a:lnTo>
                  <a:lnTo>
                    <a:pt x="5" y="64"/>
                  </a:lnTo>
                  <a:lnTo>
                    <a:pt x="0" y="92"/>
                  </a:lnTo>
                  <a:lnTo>
                    <a:pt x="4" y="122"/>
                  </a:lnTo>
                  <a:lnTo>
                    <a:pt x="13" y="153"/>
                  </a:lnTo>
                  <a:lnTo>
                    <a:pt x="27" y="185"/>
                  </a:lnTo>
                  <a:lnTo>
                    <a:pt x="41" y="203"/>
                  </a:lnTo>
                  <a:lnTo>
                    <a:pt x="57" y="214"/>
                  </a:lnTo>
                  <a:lnTo>
                    <a:pt x="72" y="221"/>
                  </a:lnTo>
                  <a:lnTo>
                    <a:pt x="93" y="224"/>
                  </a:lnTo>
                  <a:lnTo>
                    <a:pt x="115" y="221"/>
                  </a:lnTo>
                  <a:lnTo>
                    <a:pt x="135" y="216"/>
                  </a:lnTo>
                  <a:lnTo>
                    <a:pt x="151" y="207"/>
                  </a:lnTo>
                  <a:lnTo>
                    <a:pt x="162" y="194"/>
                  </a:lnTo>
                  <a:lnTo>
                    <a:pt x="171" y="176"/>
                  </a:lnTo>
                  <a:lnTo>
                    <a:pt x="177" y="156"/>
                  </a:lnTo>
                  <a:lnTo>
                    <a:pt x="179" y="132"/>
                  </a:lnTo>
                  <a:lnTo>
                    <a:pt x="214" y="138"/>
                  </a:lnTo>
                  <a:lnTo>
                    <a:pt x="249" y="141"/>
                  </a:lnTo>
                  <a:lnTo>
                    <a:pt x="259" y="138"/>
                  </a:lnTo>
                  <a:lnTo>
                    <a:pt x="265" y="130"/>
                  </a:lnTo>
                  <a:lnTo>
                    <a:pt x="262" y="116"/>
                  </a:lnTo>
                  <a:lnTo>
                    <a:pt x="253" y="106"/>
                  </a:lnTo>
                  <a:lnTo>
                    <a:pt x="235" y="103"/>
                  </a:lnTo>
                  <a:lnTo>
                    <a:pt x="206" y="105"/>
                  </a:lnTo>
                  <a:lnTo>
                    <a:pt x="202" y="105"/>
                  </a:lnTo>
                  <a:lnTo>
                    <a:pt x="186" y="102"/>
                  </a:lnTo>
                  <a:lnTo>
                    <a:pt x="179" y="1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326" name="Google Shape;326;p10"/>
            <p:cNvGrpSpPr/>
            <p:nvPr/>
          </p:nvGrpSpPr>
          <p:grpSpPr>
            <a:xfrm>
              <a:off x="1480" y="3339"/>
              <a:ext cx="658" cy="750"/>
              <a:chOff x="1480" y="3339"/>
              <a:chExt cx="658" cy="750"/>
            </a:xfrm>
          </p:grpSpPr>
          <p:sp>
            <p:nvSpPr>
              <p:cNvPr id="327" name="Google Shape;327;p10"/>
              <p:cNvSpPr/>
              <p:nvPr/>
            </p:nvSpPr>
            <p:spPr>
              <a:xfrm>
                <a:off x="1536" y="3339"/>
                <a:ext cx="183" cy="354"/>
              </a:xfrm>
              <a:custGeom>
                <a:avLst/>
                <a:gdLst/>
                <a:ahLst/>
                <a:cxnLst/>
                <a:rect l="l" t="t" r="r" b="b"/>
                <a:pathLst>
                  <a:path w="183" h="354" extrusionOk="0">
                    <a:moveTo>
                      <a:pt x="0" y="40"/>
                    </a:moveTo>
                    <a:lnTo>
                      <a:pt x="6" y="22"/>
                    </a:lnTo>
                    <a:lnTo>
                      <a:pt x="15" y="13"/>
                    </a:lnTo>
                    <a:lnTo>
                      <a:pt x="28" y="5"/>
                    </a:lnTo>
                    <a:lnTo>
                      <a:pt x="49" y="0"/>
                    </a:lnTo>
                    <a:lnTo>
                      <a:pt x="70" y="0"/>
                    </a:lnTo>
                    <a:lnTo>
                      <a:pt x="86" y="3"/>
                    </a:lnTo>
                    <a:lnTo>
                      <a:pt x="104" y="16"/>
                    </a:lnTo>
                    <a:lnTo>
                      <a:pt x="121" y="33"/>
                    </a:lnTo>
                    <a:lnTo>
                      <a:pt x="140" y="52"/>
                    </a:lnTo>
                    <a:lnTo>
                      <a:pt x="155" y="77"/>
                    </a:lnTo>
                    <a:lnTo>
                      <a:pt x="169" y="102"/>
                    </a:lnTo>
                    <a:lnTo>
                      <a:pt x="177" y="127"/>
                    </a:lnTo>
                    <a:lnTo>
                      <a:pt x="182" y="154"/>
                    </a:lnTo>
                    <a:lnTo>
                      <a:pt x="183" y="178"/>
                    </a:lnTo>
                    <a:lnTo>
                      <a:pt x="183" y="204"/>
                    </a:lnTo>
                    <a:lnTo>
                      <a:pt x="181" y="239"/>
                    </a:lnTo>
                    <a:lnTo>
                      <a:pt x="177" y="273"/>
                    </a:lnTo>
                    <a:lnTo>
                      <a:pt x="169" y="304"/>
                    </a:lnTo>
                    <a:lnTo>
                      <a:pt x="158" y="324"/>
                    </a:lnTo>
                    <a:lnTo>
                      <a:pt x="144" y="337"/>
                    </a:lnTo>
                    <a:lnTo>
                      <a:pt x="126" y="346"/>
                    </a:lnTo>
                    <a:lnTo>
                      <a:pt x="109" y="351"/>
                    </a:lnTo>
                    <a:lnTo>
                      <a:pt x="89" y="354"/>
                    </a:lnTo>
                    <a:lnTo>
                      <a:pt x="68" y="353"/>
                    </a:lnTo>
                    <a:lnTo>
                      <a:pt x="52" y="346"/>
                    </a:lnTo>
                    <a:lnTo>
                      <a:pt x="38" y="332"/>
                    </a:lnTo>
                    <a:lnTo>
                      <a:pt x="30" y="315"/>
                    </a:lnTo>
                    <a:lnTo>
                      <a:pt x="24" y="293"/>
                    </a:lnTo>
                    <a:lnTo>
                      <a:pt x="19" y="269"/>
                    </a:lnTo>
                    <a:lnTo>
                      <a:pt x="24" y="249"/>
                    </a:lnTo>
                    <a:lnTo>
                      <a:pt x="30" y="228"/>
                    </a:lnTo>
                    <a:lnTo>
                      <a:pt x="40" y="210"/>
                    </a:lnTo>
                    <a:lnTo>
                      <a:pt x="48" y="192"/>
                    </a:lnTo>
                    <a:lnTo>
                      <a:pt x="49" y="172"/>
                    </a:lnTo>
                    <a:lnTo>
                      <a:pt x="47" y="149"/>
                    </a:lnTo>
                    <a:lnTo>
                      <a:pt x="38" y="127"/>
                    </a:lnTo>
                    <a:lnTo>
                      <a:pt x="28" y="108"/>
                    </a:lnTo>
                    <a:lnTo>
                      <a:pt x="12" y="85"/>
                    </a:lnTo>
                    <a:lnTo>
                      <a:pt x="7" y="73"/>
                    </a:lnTo>
                    <a:lnTo>
                      <a:pt x="2" y="60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8" name="Google Shape;328;p10"/>
              <p:cNvSpPr/>
              <p:nvPr/>
            </p:nvSpPr>
            <p:spPr>
              <a:xfrm>
                <a:off x="1588" y="3376"/>
                <a:ext cx="550" cy="308"/>
              </a:xfrm>
              <a:custGeom>
                <a:avLst/>
                <a:gdLst/>
                <a:ahLst/>
                <a:cxnLst/>
                <a:rect l="l" t="t" r="r" b="b"/>
                <a:pathLst>
                  <a:path w="550" h="308" extrusionOk="0">
                    <a:moveTo>
                      <a:pt x="46" y="11"/>
                    </a:moveTo>
                    <a:lnTo>
                      <a:pt x="25" y="0"/>
                    </a:lnTo>
                    <a:lnTo>
                      <a:pt x="9" y="6"/>
                    </a:lnTo>
                    <a:lnTo>
                      <a:pt x="0" y="24"/>
                    </a:lnTo>
                    <a:lnTo>
                      <a:pt x="6" y="44"/>
                    </a:lnTo>
                    <a:lnTo>
                      <a:pt x="8" y="47"/>
                    </a:lnTo>
                    <a:lnTo>
                      <a:pt x="21" y="64"/>
                    </a:lnTo>
                    <a:lnTo>
                      <a:pt x="54" y="94"/>
                    </a:lnTo>
                    <a:lnTo>
                      <a:pt x="93" y="120"/>
                    </a:lnTo>
                    <a:lnTo>
                      <a:pt x="139" y="149"/>
                    </a:lnTo>
                    <a:lnTo>
                      <a:pt x="188" y="188"/>
                    </a:lnTo>
                    <a:lnTo>
                      <a:pt x="228" y="217"/>
                    </a:lnTo>
                    <a:lnTo>
                      <a:pt x="267" y="234"/>
                    </a:lnTo>
                    <a:lnTo>
                      <a:pt x="293" y="241"/>
                    </a:lnTo>
                    <a:lnTo>
                      <a:pt x="348" y="245"/>
                    </a:lnTo>
                    <a:lnTo>
                      <a:pt x="395" y="247"/>
                    </a:lnTo>
                    <a:lnTo>
                      <a:pt x="426" y="249"/>
                    </a:lnTo>
                    <a:lnTo>
                      <a:pt x="455" y="255"/>
                    </a:lnTo>
                    <a:lnTo>
                      <a:pt x="473" y="264"/>
                    </a:lnTo>
                    <a:lnTo>
                      <a:pt x="488" y="280"/>
                    </a:lnTo>
                    <a:lnTo>
                      <a:pt x="500" y="291"/>
                    </a:lnTo>
                    <a:lnTo>
                      <a:pt x="514" y="302"/>
                    </a:lnTo>
                    <a:lnTo>
                      <a:pt x="523" y="308"/>
                    </a:lnTo>
                    <a:lnTo>
                      <a:pt x="532" y="307"/>
                    </a:lnTo>
                    <a:lnTo>
                      <a:pt x="536" y="295"/>
                    </a:lnTo>
                    <a:lnTo>
                      <a:pt x="533" y="285"/>
                    </a:lnTo>
                    <a:lnTo>
                      <a:pt x="518" y="276"/>
                    </a:lnTo>
                    <a:lnTo>
                      <a:pt x="495" y="265"/>
                    </a:lnTo>
                    <a:lnTo>
                      <a:pt x="486" y="256"/>
                    </a:lnTo>
                    <a:lnTo>
                      <a:pt x="490" y="252"/>
                    </a:lnTo>
                    <a:lnTo>
                      <a:pt x="501" y="254"/>
                    </a:lnTo>
                    <a:lnTo>
                      <a:pt x="524" y="265"/>
                    </a:lnTo>
                    <a:lnTo>
                      <a:pt x="540" y="270"/>
                    </a:lnTo>
                    <a:lnTo>
                      <a:pt x="549" y="268"/>
                    </a:lnTo>
                    <a:lnTo>
                      <a:pt x="550" y="260"/>
                    </a:lnTo>
                    <a:lnTo>
                      <a:pt x="545" y="248"/>
                    </a:lnTo>
                    <a:lnTo>
                      <a:pt x="529" y="245"/>
                    </a:lnTo>
                    <a:lnTo>
                      <a:pt x="502" y="240"/>
                    </a:lnTo>
                    <a:lnTo>
                      <a:pt x="497" y="234"/>
                    </a:lnTo>
                    <a:lnTo>
                      <a:pt x="498" y="224"/>
                    </a:lnTo>
                    <a:lnTo>
                      <a:pt x="510" y="208"/>
                    </a:lnTo>
                    <a:lnTo>
                      <a:pt x="517" y="194"/>
                    </a:lnTo>
                    <a:lnTo>
                      <a:pt x="514" y="190"/>
                    </a:lnTo>
                    <a:lnTo>
                      <a:pt x="506" y="183"/>
                    </a:lnTo>
                    <a:lnTo>
                      <a:pt x="502" y="183"/>
                    </a:lnTo>
                    <a:lnTo>
                      <a:pt x="497" y="184"/>
                    </a:lnTo>
                    <a:lnTo>
                      <a:pt x="489" y="186"/>
                    </a:lnTo>
                    <a:lnTo>
                      <a:pt x="484" y="201"/>
                    </a:lnTo>
                    <a:lnTo>
                      <a:pt x="479" y="220"/>
                    </a:lnTo>
                    <a:lnTo>
                      <a:pt x="471" y="232"/>
                    </a:lnTo>
                    <a:lnTo>
                      <a:pt x="459" y="233"/>
                    </a:lnTo>
                    <a:lnTo>
                      <a:pt x="423" y="224"/>
                    </a:lnTo>
                    <a:lnTo>
                      <a:pt x="383" y="217"/>
                    </a:lnTo>
                    <a:lnTo>
                      <a:pt x="339" y="211"/>
                    </a:lnTo>
                    <a:lnTo>
                      <a:pt x="292" y="201"/>
                    </a:lnTo>
                    <a:lnTo>
                      <a:pt x="264" y="193"/>
                    </a:lnTo>
                    <a:lnTo>
                      <a:pt x="236" y="180"/>
                    </a:lnTo>
                    <a:lnTo>
                      <a:pt x="194" y="143"/>
                    </a:lnTo>
                    <a:lnTo>
                      <a:pt x="160" y="108"/>
                    </a:lnTo>
                    <a:lnTo>
                      <a:pt x="136" y="86"/>
                    </a:lnTo>
                    <a:lnTo>
                      <a:pt x="104" y="63"/>
                    </a:lnTo>
                    <a:lnTo>
                      <a:pt x="61" y="23"/>
                    </a:lnTo>
                    <a:lnTo>
                      <a:pt x="46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9" name="Google Shape;329;p10"/>
              <p:cNvSpPr/>
              <p:nvPr/>
            </p:nvSpPr>
            <p:spPr>
              <a:xfrm>
                <a:off x="1623" y="3631"/>
                <a:ext cx="168" cy="441"/>
              </a:xfrm>
              <a:custGeom>
                <a:avLst/>
                <a:gdLst/>
                <a:ahLst/>
                <a:cxnLst/>
                <a:rect l="l" t="t" r="r" b="b"/>
                <a:pathLst>
                  <a:path w="168" h="441" extrusionOk="0">
                    <a:moveTo>
                      <a:pt x="19" y="2"/>
                    </a:moveTo>
                    <a:lnTo>
                      <a:pt x="39" y="4"/>
                    </a:lnTo>
                    <a:lnTo>
                      <a:pt x="54" y="12"/>
                    </a:lnTo>
                    <a:lnTo>
                      <a:pt x="62" y="25"/>
                    </a:lnTo>
                    <a:lnTo>
                      <a:pt x="78" y="51"/>
                    </a:lnTo>
                    <a:lnTo>
                      <a:pt x="99" y="87"/>
                    </a:lnTo>
                    <a:lnTo>
                      <a:pt x="113" y="118"/>
                    </a:lnTo>
                    <a:lnTo>
                      <a:pt x="126" y="150"/>
                    </a:lnTo>
                    <a:lnTo>
                      <a:pt x="133" y="174"/>
                    </a:lnTo>
                    <a:lnTo>
                      <a:pt x="134" y="187"/>
                    </a:lnTo>
                    <a:lnTo>
                      <a:pt x="135" y="198"/>
                    </a:lnTo>
                    <a:lnTo>
                      <a:pt x="132" y="211"/>
                    </a:lnTo>
                    <a:lnTo>
                      <a:pt x="125" y="229"/>
                    </a:lnTo>
                    <a:lnTo>
                      <a:pt x="109" y="257"/>
                    </a:lnTo>
                    <a:lnTo>
                      <a:pt x="89" y="287"/>
                    </a:lnTo>
                    <a:lnTo>
                      <a:pt x="73" y="311"/>
                    </a:lnTo>
                    <a:lnTo>
                      <a:pt x="65" y="329"/>
                    </a:lnTo>
                    <a:lnTo>
                      <a:pt x="55" y="350"/>
                    </a:lnTo>
                    <a:lnTo>
                      <a:pt x="53" y="361"/>
                    </a:lnTo>
                    <a:lnTo>
                      <a:pt x="58" y="367"/>
                    </a:lnTo>
                    <a:lnTo>
                      <a:pt x="76" y="370"/>
                    </a:lnTo>
                    <a:lnTo>
                      <a:pt x="106" y="373"/>
                    </a:lnTo>
                    <a:lnTo>
                      <a:pt x="130" y="381"/>
                    </a:lnTo>
                    <a:lnTo>
                      <a:pt x="153" y="395"/>
                    </a:lnTo>
                    <a:lnTo>
                      <a:pt x="165" y="409"/>
                    </a:lnTo>
                    <a:lnTo>
                      <a:pt x="168" y="419"/>
                    </a:lnTo>
                    <a:lnTo>
                      <a:pt x="168" y="422"/>
                    </a:lnTo>
                    <a:lnTo>
                      <a:pt x="165" y="430"/>
                    </a:lnTo>
                    <a:lnTo>
                      <a:pt x="155" y="439"/>
                    </a:lnTo>
                    <a:lnTo>
                      <a:pt x="141" y="441"/>
                    </a:lnTo>
                    <a:lnTo>
                      <a:pt x="122" y="426"/>
                    </a:lnTo>
                    <a:lnTo>
                      <a:pt x="114" y="411"/>
                    </a:lnTo>
                    <a:lnTo>
                      <a:pt x="99" y="399"/>
                    </a:lnTo>
                    <a:lnTo>
                      <a:pt x="81" y="393"/>
                    </a:lnTo>
                    <a:lnTo>
                      <a:pt x="51" y="392"/>
                    </a:lnTo>
                    <a:lnTo>
                      <a:pt x="28" y="393"/>
                    </a:lnTo>
                    <a:lnTo>
                      <a:pt x="15" y="392"/>
                    </a:lnTo>
                    <a:lnTo>
                      <a:pt x="5" y="387"/>
                    </a:lnTo>
                    <a:lnTo>
                      <a:pt x="3" y="376"/>
                    </a:lnTo>
                    <a:lnTo>
                      <a:pt x="3" y="365"/>
                    </a:lnTo>
                    <a:lnTo>
                      <a:pt x="9" y="352"/>
                    </a:lnTo>
                    <a:lnTo>
                      <a:pt x="25" y="341"/>
                    </a:lnTo>
                    <a:lnTo>
                      <a:pt x="39" y="326"/>
                    </a:lnTo>
                    <a:lnTo>
                      <a:pt x="52" y="297"/>
                    </a:lnTo>
                    <a:lnTo>
                      <a:pt x="61" y="266"/>
                    </a:lnTo>
                    <a:lnTo>
                      <a:pt x="70" y="237"/>
                    </a:lnTo>
                    <a:lnTo>
                      <a:pt x="81" y="211"/>
                    </a:lnTo>
                    <a:lnTo>
                      <a:pt x="87" y="192"/>
                    </a:lnTo>
                    <a:lnTo>
                      <a:pt x="86" y="180"/>
                    </a:lnTo>
                    <a:lnTo>
                      <a:pt x="81" y="160"/>
                    </a:lnTo>
                    <a:lnTo>
                      <a:pt x="59" y="117"/>
                    </a:lnTo>
                    <a:lnTo>
                      <a:pt x="33" y="78"/>
                    </a:lnTo>
                    <a:lnTo>
                      <a:pt x="10" y="44"/>
                    </a:lnTo>
                    <a:lnTo>
                      <a:pt x="2" y="25"/>
                    </a:lnTo>
                    <a:lnTo>
                      <a:pt x="0" y="9"/>
                    </a:lnTo>
                    <a:lnTo>
                      <a:pt x="11" y="0"/>
                    </a:lnTo>
                    <a:lnTo>
                      <a:pt x="19" y="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30" name="Google Shape;330;p10"/>
              <p:cNvSpPr/>
              <p:nvPr/>
            </p:nvSpPr>
            <p:spPr>
              <a:xfrm>
                <a:off x="1480" y="3625"/>
                <a:ext cx="175" cy="464"/>
              </a:xfrm>
              <a:custGeom>
                <a:avLst/>
                <a:gdLst/>
                <a:ahLst/>
                <a:cxnLst/>
                <a:rect l="l" t="t" r="r" b="b"/>
                <a:pathLst>
                  <a:path w="175" h="464" extrusionOk="0">
                    <a:moveTo>
                      <a:pt x="131" y="14"/>
                    </a:moveTo>
                    <a:lnTo>
                      <a:pt x="147" y="38"/>
                    </a:lnTo>
                    <a:lnTo>
                      <a:pt x="152" y="55"/>
                    </a:lnTo>
                    <a:lnTo>
                      <a:pt x="164" y="92"/>
                    </a:lnTo>
                    <a:lnTo>
                      <a:pt x="171" y="126"/>
                    </a:lnTo>
                    <a:lnTo>
                      <a:pt x="175" y="158"/>
                    </a:lnTo>
                    <a:lnTo>
                      <a:pt x="175" y="183"/>
                    </a:lnTo>
                    <a:lnTo>
                      <a:pt x="173" y="198"/>
                    </a:lnTo>
                    <a:lnTo>
                      <a:pt x="169" y="219"/>
                    </a:lnTo>
                    <a:lnTo>
                      <a:pt x="159" y="238"/>
                    </a:lnTo>
                    <a:lnTo>
                      <a:pt x="148" y="252"/>
                    </a:lnTo>
                    <a:lnTo>
                      <a:pt x="132" y="269"/>
                    </a:lnTo>
                    <a:lnTo>
                      <a:pt x="110" y="294"/>
                    </a:lnTo>
                    <a:lnTo>
                      <a:pt x="85" y="319"/>
                    </a:lnTo>
                    <a:lnTo>
                      <a:pt x="62" y="346"/>
                    </a:lnTo>
                    <a:lnTo>
                      <a:pt x="50" y="365"/>
                    </a:lnTo>
                    <a:lnTo>
                      <a:pt x="47" y="379"/>
                    </a:lnTo>
                    <a:lnTo>
                      <a:pt x="45" y="389"/>
                    </a:lnTo>
                    <a:lnTo>
                      <a:pt x="48" y="397"/>
                    </a:lnTo>
                    <a:lnTo>
                      <a:pt x="56" y="404"/>
                    </a:lnTo>
                    <a:lnTo>
                      <a:pt x="67" y="408"/>
                    </a:lnTo>
                    <a:lnTo>
                      <a:pt x="94" y="413"/>
                    </a:lnTo>
                    <a:lnTo>
                      <a:pt x="127" y="422"/>
                    </a:lnTo>
                    <a:lnTo>
                      <a:pt x="152" y="431"/>
                    </a:lnTo>
                    <a:lnTo>
                      <a:pt x="158" y="436"/>
                    </a:lnTo>
                    <a:lnTo>
                      <a:pt x="157" y="442"/>
                    </a:lnTo>
                    <a:lnTo>
                      <a:pt x="156" y="446"/>
                    </a:lnTo>
                    <a:lnTo>
                      <a:pt x="146" y="454"/>
                    </a:lnTo>
                    <a:lnTo>
                      <a:pt x="118" y="464"/>
                    </a:lnTo>
                    <a:lnTo>
                      <a:pt x="104" y="459"/>
                    </a:lnTo>
                    <a:lnTo>
                      <a:pt x="93" y="450"/>
                    </a:lnTo>
                    <a:lnTo>
                      <a:pt x="71" y="436"/>
                    </a:lnTo>
                    <a:lnTo>
                      <a:pt x="53" y="428"/>
                    </a:lnTo>
                    <a:lnTo>
                      <a:pt x="33" y="425"/>
                    </a:lnTo>
                    <a:lnTo>
                      <a:pt x="29" y="426"/>
                    </a:lnTo>
                    <a:lnTo>
                      <a:pt x="11" y="425"/>
                    </a:lnTo>
                    <a:lnTo>
                      <a:pt x="0" y="418"/>
                    </a:lnTo>
                    <a:lnTo>
                      <a:pt x="2" y="404"/>
                    </a:lnTo>
                    <a:lnTo>
                      <a:pt x="3" y="392"/>
                    </a:lnTo>
                    <a:lnTo>
                      <a:pt x="12" y="379"/>
                    </a:lnTo>
                    <a:lnTo>
                      <a:pt x="22" y="364"/>
                    </a:lnTo>
                    <a:lnTo>
                      <a:pt x="35" y="342"/>
                    </a:lnTo>
                    <a:lnTo>
                      <a:pt x="48" y="312"/>
                    </a:lnTo>
                    <a:lnTo>
                      <a:pt x="59" y="286"/>
                    </a:lnTo>
                    <a:lnTo>
                      <a:pt x="75" y="261"/>
                    </a:lnTo>
                    <a:lnTo>
                      <a:pt x="93" y="242"/>
                    </a:lnTo>
                    <a:lnTo>
                      <a:pt x="114" y="222"/>
                    </a:lnTo>
                    <a:lnTo>
                      <a:pt x="128" y="204"/>
                    </a:lnTo>
                    <a:lnTo>
                      <a:pt x="133" y="193"/>
                    </a:lnTo>
                    <a:lnTo>
                      <a:pt x="135" y="175"/>
                    </a:lnTo>
                    <a:lnTo>
                      <a:pt x="123" y="130"/>
                    </a:lnTo>
                    <a:lnTo>
                      <a:pt x="110" y="92"/>
                    </a:lnTo>
                    <a:lnTo>
                      <a:pt x="100" y="52"/>
                    </a:lnTo>
                    <a:lnTo>
                      <a:pt x="95" y="33"/>
                    </a:lnTo>
                    <a:lnTo>
                      <a:pt x="93" y="18"/>
                    </a:lnTo>
                    <a:lnTo>
                      <a:pt x="101" y="3"/>
                    </a:lnTo>
                    <a:lnTo>
                      <a:pt x="113" y="0"/>
                    </a:lnTo>
                    <a:lnTo>
                      <a:pt x="125" y="5"/>
                    </a:lnTo>
                    <a:lnTo>
                      <a:pt x="131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331" name="Google Shape;331;p10"/>
          <p:cNvSpPr/>
          <p:nvPr/>
        </p:nvSpPr>
        <p:spPr>
          <a:xfrm>
            <a:off x="5663476" y="3217091"/>
            <a:ext cx="5901308" cy="1202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per (alumne = 1 ; alumne &lt; 10 ; pròxim alumne) {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	Lliurar DIPLOMA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}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39871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50283"/>
              </a:buClr>
              <a:buSzPts val="4000"/>
              <a:buFont typeface="Montserrat"/>
              <a:buNone/>
            </a:pPr>
            <a:r>
              <a:rPr lang="es-ES"/>
              <a:t>El bucle </a:t>
            </a:r>
            <a:r>
              <a:rPr lang="es-ES">
                <a:solidFill>
                  <a:schemeClr val="dk1"/>
                </a:solidFill>
              </a:rPr>
              <a:t>for</a:t>
            </a:r>
            <a:endParaRPr/>
          </a:p>
        </p:txBody>
      </p:sp>
      <p:sp>
        <p:nvSpPr>
          <p:cNvPr id="337" name="Google Shape;337;p11"/>
          <p:cNvSpPr txBox="1">
            <a:spLocks noGrp="1"/>
          </p:cNvSpPr>
          <p:nvPr>
            <p:ph type="sldNum" idx="12"/>
          </p:nvPr>
        </p:nvSpPr>
        <p:spPr>
          <a:xfrm>
            <a:off x="0" y="6356350"/>
            <a:ext cx="5481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10</a:t>
            </a:fld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838200" y="1146025"/>
            <a:ext cx="10342800" cy="16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El bucle </a:t>
            </a:r>
            <a:r>
              <a:rPr lang="es-ES" sz="1800" b="1">
                <a:solidFill>
                  <a:srgbClr val="D50283"/>
                </a:solidFill>
                <a:latin typeface="Open Sans"/>
                <a:ea typeface="Open Sans"/>
                <a:cs typeface="Open Sans"/>
                <a:sym typeface="Open Sans"/>
              </a:rPr>
              <a:t>for</a:t>
            </a:r>
            <a:r>
              <a:rPr lang="es-E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permet repetir un nombre de vegades determinat un bloc de codi, per la qual cosa és ideal per a recórrer arrays. 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El bucle for </a:t>
            </a:r>
            <a:r>
              <a:rPr lang="es-ES" sz="1800" b="1">
                <a:solidFill>
                  <a:srgbClr val="D50283"/>
                </a:solidFill>
                <a:latin typeface="Open Sans"/>
                <a:ea typeface="Open Sans"/>
                <a:cs typeface="Open Sans"/>
                <a:sym typeface="Open Sans"/>
              </a:rPr>
              <a:t>s’utilitza quan sabem el número d’iteracions que el bucle s’ha d’executar.</a:t>
            </a:r>
            <a:endParaRPr sz="1800" b="1">
              <a:solidFill>
                <a:srgbClr val="D5028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El bucle for </a:t>
            </a:r>
            <a:r>
              <a:rPr lang="es-ES" sz="1800" b="1">
                <a:solidFill>
                  <a:srgbClr val="D50283"/>
                </a:solidFill>
                <a:latin typeface="Open Sans"/>
                <a:ea typeface="Open Sans"/>
                <a:cs typeface="Open Sans"/>
                <a:sym typeface="Open Sans"/>
              </a:rPr>
              <a:t>sempre ha de tenir un inici, un final i un increment.</a:t>
            </a:r>
            <a:endParaRPr sz="1800" b="1">
              <a:solidFill>
                <a:srgbClr val="D5028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709662" y="3131449"/>
            <a:ext cx="5788584" cy="320218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1C4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108000" anchor="t" anchorCtr="0">
            <a:spAutoFit/>
          </a:bodyPr>
          <a:lstStyle/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0" i="0" u="none" strike="noStrike" cap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Instruccions…</a:t>
            </a:r>
            <a:endParaRPr/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ES" sz="22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 </a:t>
            </a:r>
            <a:r>
              <a:rPr lang="es-ES" sz="2200" b="0" i="0" u="none" strike="noStrike" cap="none">
                <a:solidFill>
                  <a:srgbClr val="FF33CC"/>
                </a:solidFill>
                <a:latin typeface="Consolas"/>
                <a:ea typeface="Consolas"/>
                <a:cs typeface="Consolas"/>
                <a:sym typeface="Consolas"/>
              </a:rPr>
              <a:t>inici; final; increment </a:t>
            </a:r>
            <a:r>
              <a:rPr lang="es-ES" sz="22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){ </a:t>
            </a:r>
            <a:endParaRPr/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instrucció3;</a:t>
            </a:r>
            <a:endParaRPr/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instrucció4;</a:t>
            </a:r>
            <a:endParaRPr/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0" i="0" u="none" strike="noStrike" cap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Instruccions…</a:t>
            </a:r>
            <a:endParaRPr/>
          </a:p>
        </p:txBody>
      </p:sp>
      <p:sp>
        <p:nvSpPr>
          <p:cNvPr id="340" name="Google Shape;340;p11"/>
          <p:cNvSpPr txBox="1"/>
          <p:nvPr/>
        </p:nvSpPr>
        <p:spPr>
          <a:xfrm>
            <a:off x="5616246" y="3131449"/>
            <a:ext cx="882000" cy="369300"/>
          </a:xfrm>
          <a:prstGeom prst="rect">
            <a:avLst/>
          </a:prstGeom>
          <a:solidFill>
            <a:srgbClr val="D5028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sintaxi</a:t>
            </a:r>
            <a:endParaRPr/>
          </a:p>
        </p:txBody>
      </p:sp>
      <p:grpSp>
        <p:nvGrpSpPr>
          <p:cNvPr id="341" name="Google Shape;341;p11"/>
          <p:cNvGrpSpPr/>
          <p:nvPr/>
        </p:nvGrpSpPr>
        <p:grpSpPr>
          <a:xfrm>
            <a:off x="7483682" y="2882730"/>
            <a:ext cx="3697318" cy="3473620"/>
            <a:chOff x="7076658" y="2205313"/>
            <a:chExt cx="3697318" cy="3473620"/>
          </a:xfrm>
        </p:grpSpPr>
        <p:sp>
          <p:nvSpPr>
            <p:cNvPr id="342" name="Google Shape;342;p11"/>
            <p:cNvSpPr txBox="1"/>
            <p:nvPr/>
          </p:nvSpPr>
          <p:spPr>
            <a:xfrm>
              <a:off x="7076658" y="2205313"/>
              <a:ext cx="1590300" cy="369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4E74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instruccions</a:t>
              </a:r>
              <a:endParaRPr/>
            </a:p>
          </p:txBody>
        </p:sp>
        <p:sp>
          <p:nvSpPr>
            <p:cNvPr id="343" name="Google Shape;343;p11"/>
            <p:cNvSpPr txBox="1"/>
            <p:nvPr/>
          </p:nvSpPr>
          <p:spPr>
            <a:xfrm>
              <a:off x="7076658" y="2849224"/>
              <a:ext cx="1590300" cy="369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4E74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inici</a:t>
              </a:r>
              <a:endParaRPr/>
            </a:p>
          </p:txBody>
        </p:sp>
        <p:sp>
          <p:nvSpPr>
            <p:cNvPr id="344" name="Google Shape;344;p11"/>
            <p:cNvSpPr txBox="1"/>
            <p:nvPr/>
          </p:nvSpPr>
          <p:spPr>
            <a:xfrm>
              <a:off x="8859076" y="3371505"/>
              <a:ext cx="1914900" cy="369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4E74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increment</a:t>
              </a:r>
              <a:endParaRPr/>
            </a:p>
          </p:txBody>
        </p:sp>
        <p:sp>
          <p:nvSpPr>
            <p:cNvPr id="345" name="Google Shape;345;p11"/>
            <p:cNvSpPr txBox="1"/>
            <p:nvPr/>
          </p:nvSpPr>
          <p:spPr>
            <a:xfrm>
              <a:off x="9185410" y="4152709"/>
              <a:ext cx="1588500" cy="369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4E74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instruccions</a:t>
              </a:r>
              <a:endParaRPr/>
            </a:p>
          </p:txBody>
        </p:sp>
        <p:sp>
          <p:nvSpPr>
            <p:cNvPr id="346" name="Google Shape;346;p11"/>
            <p:cNvSpPr txBox="1"/>
            <p:nvPr/>
          </p:nvSpPr>
          <p:spPr>
            <a:xfrm>
              <a:off x="7076658" y="5309633"/>
              <a:ext cx="1590300" cy="369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4E74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instruccions</a:t>
              </a:r>
              <a:endParaRPr/>
            </a:p>
          </p:txBody>
        </p:sp>
        <p:sp>
          <p:nvSpPr>
            <p:cNvPr id="347" name="Google Shape;347;p11"/>
            <p:cNvSpPr/>
            <p:nvPr/>
          </p:nvSpPr>
          <p:spPr>
            <a:xfrm>
              <a:off x="7280355" y="3970544"/>
              <a:ext cx="1184400" cy="733800"/>
            </a:xfrm>
            <a:prstGeom prst="diamond">
              <a:avLst/>
            </a:prstGeom>
            <a:solidFill>
              <a:schemeClr val="lt1"/>
            </a:solidFill>
            <a:ln w="19050" cap="flat" cmpd="sng">
              <a:solidFill>
                <a:srgbClr val="D5028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fi ?</a:t>
              </a:r>
              <a:endParaRPr/>
            </a:p>
          </p:txBody>
        </p:sp>
        <p:cxnSp>
          <p:nvCxnSpPr>
            <p:cNvPr id="348" name="Google Shape;348;p11"/>
            <p:cNvCxnSpPr>
              <a:stCxn id="342" idx="2"/>
              <a:endCxn id="343" idx="0"/>
            </p:cNvCxnSpPr>
            <p:nvPr/>
          </p:nvCxnSpPr>
          <p:spPr>
            <a:xfrm>
              <a:off x="7871808" y="2574613"/>
              <a:ext cx="0" cy="274500"/>
            </a:xfrm>
            <a:prstGeom prst="straightConnector1">
              <a:avLst/>
            </a:prstGeom>
            <a:noFill/>
            <a:ln w="9525" cap="flat" cmpd="sng">
              <a:solidFill>
                <a:srgbClr val="B1C4DA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349" name="Google Shape;349;p11"/>
            <p:cNvCxnSpPr>
              <a:stCxn id="343" idx="2"/>
              <a:endCxn id="347" idx="0"/>
            </p:cNvCxnSpPr>
            <p:nvPr/>
          </p:nvCxnSpPr>
          <p:spPr>
            <a:xfrm>
              <a:off x="7871808" y="3218524"/>
              <a:ext cx="600" cy="752100"/>
            </a:xfrm>
            <a:prstGeom prst="straightConnector1">
              <a:avLst/>
            </a:prstGeom>
            <a:noFill/>
            <a:ln w="9525" cap="flat" cmpd="sng">
              <a:solidFill>
                <a:srgbClr val="B1C4DA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350" name="Google Shape;350;p11"/>
            <p:cNvCxnSpPr>
              <a:stCxn id="347" idx="2"/>
              <a:endCxn id="346" idx="0"/>
            </p:cNvCxnSpPr>
            <p:nvPr/>
          </p:nvCxnSpPr>
          <p:spPr>
            <a:xfrm flipH="1">
              <a:off x="7871955" y="4704344"/>
              <a:ext cx="600" cy="605400"/>
            </a:xfrm>
            <a:prstGeom prst="straightConnector1">
              <a:avLst/>
            </a:prstGeom>
            <a:noFill/>
            <a:ln w="9525" cap="flat" cmpd="sng">
              <a:solidFill>
                <a:srgbClr val="B1C4DA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351" name="Google Shape;351;p11"/>
            <p:cNvCxnSpPr>
              <a:stCxn id="347" idx="3"/>
              <a:endCxn id="345" idx="1"/>
            </p:cNvCxnSpPr>
            <p:nvPr/>
          </p:nvCxnSpPr>
          <p:spPr>
            <a:xfrm>
              <a:off x="8464755" y="4337444"/>
              <a:ext cx="720600" cy="0"/>
            </a:xfrm>
            <a:prstGeom prst="straightConnector1">
              <a:avLst/>
            </a:prstGeom>
            <a:noFill/>
            <a:ln w="9525" cap="flat" cmpd="sng">
              <a:solidFill>
                <a:srgbClr val="B1C4DA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352" name="Google Shape;352;p11"/>
            <p:cNvCxnSpPr>
              <a:endCxn id="344" idx="2"/>
            </p:cNvCxnSpPr>
            <p:nvPr/>
          </p:nvCxnSpPr>
          <p:spPr>
            <a:xfrm rot="10800000">
              <a:off x="9816526" y="3740805"/>
              <a:ext cx="0" cy="411900"/>
            </a:xfrm>
            <a:prstGeom prst="straightConnector1">
              <a:avLst/>
            </a:prstGeom>
            <a:noFill/>
            <a:ln w="9525" cap="flat" cmpd="sng">
              <a:solidFill>
                <a:srgbClr val="B1C4DA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353" name="Google Shape;353;p11"/>
            <p:cNvCxnSpPr>
              <a:stCxn id="344" idx="1"/>
            </p:cNvCxnSpPr>
            <p:nvPr/>
          </p:nvCxnSpPr>
          <p:spPr>
            <a:xfrm flipH="1">
              <a:off x="7871776" y="3556155"/>
              <a:ext cx="987300" cy="6900"/>
            </a:xfrm>
            <a:prstGeom prst="straightConnector1">
              <a:avLst/>
            </a:prstGeom>
            <a:noFill/>
            <a:ln w="9525" cap="flat" cmpd="sng">
              <a:solidFill>
                <a:srgbClr val="B1C4DA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354" name="Google Shape;354;p11"/>
            <p:cNvSpPr txBox="1"/>
            <p:nvPr/>
          </p:nvSpPr>
          <p:spPr>
            <a:xfrm>
              <a:off x="7722547" y="4853602"/>
              <a:ext cx="298480" cy="261610"/>
            </a:xfrm>
            <a:prstGeom prst="rect">
              <a:avLst/>
            </a:prstGeom>
            <a:solidFill>
              <a:srgbClr val="D50283"/>
            </a:solidFill>
            <a:ln w="9525" cap="flat" cmpd="sng">
              <a:solidFill>
                <a:srgbClr val="4E74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 b="1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si</a:t>
              </a:r>
              <a:endParaRPr/>
            </a:p>
          </p:txBody>
        </p:sp>
        <p:sp>
          <p:nvSpPr>
            <p:cNvPr id="355" name="Google Shape;355;p11"/>
            <p:cNvSpPr txBox="1"/>
            <p:nvPr/>
          </p:nvSpPr>
          <p:spPr>
            <a:xfrm>
              <a:off x="8642988" y="4255462"/>
              <a:ext cx="364202" cy="261610"/>
            </a:xfrm>
            <a:prstGeom prst="rect">
              <a:avLst/>
            </a:prstGeom>
            <a:solidFill>
              <a:srgbClr val="D5028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 b="1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no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78263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389AFC06-7179-4589-86CD-A2C34FA2A8DD}"/>
              </a:ext>
            </a:extLst>
          </p:cNvPr>
          <p:cNvSpPr txBox="1"/>
          <p:nvPr/>
        </p:nvSpPr>
        <p:spPr>
          <a:xfrm>
            <a:off x="838200" y="1904144"/>
            <a:ext cx="7909538" cy="3578448"/>
          </a:xfrm>
          <a:prstGeom prst="rect">
            <a:avLst/>
          </a:prstGeom>
          <a:solidFill>
            <a:srgbClr val="FFFEEF"/>
          </a:solidFill>
        </p:spPr>
        <p:txBody>
          <a:bodyPr wrap="none" tIns="108000" bIns="144000" rtlCol="0">
            <a:spAutoFit/>
          </a:bodyPr>
          <a:lstStyle/>
          <a:p>
            <a:r>
              <a:rPr lang="ca-ES">
                <a:latin typeface="Consolas" panose="020B0609020204030204" pitchFamily="49" charset="0"/>
              </a:rPr>
              <a:t>let </a:t>
            </a:r>
            <a:r>
              <a:rPr lang="ca-ES">
                <a:solidFill>
                  <a:srgbClr val="D50283"/>
                </a:solidFill>
                <a:latin typeface="Consolas" panose="020B0609020204030204" pitchFamily="49" charset="0"/>
              </a:rPr>
              <a:t>alumnes</a:t>
            </a:r>
            <a:r>
              <a:rPr lang="ca-ES">
                <a:latin typeface="Consolas" panose="020B0609020204030204" pitchFamily="49" charset="0"/>
              </a:rPr>
              <a:t> = ['Pep', 'Paco', 'Aina', 'Lluisa', 'Joan'];</a:t>
            </a:r>
          </a:p>
          <a:p>
            <a:endParaRPr lang="ca-ES">
              <a:latin typeface="Consolas" panose="020B0609020204030204" pitchFamily="49" charset="0"/>
            </a:endParaRPr>
          </a:p>
          <a:p>
            <a:r>
              <a:rPr lang="ca-ES">
                <a:latin typeface="Consolas" panose="020B0609020204030204" pitchFamily="49" charset="0"/>
              </a:rPr>
              <a:t>let </a:t>
            </a:r>
            <a:r>
              <a:rPr lang="ca-ES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contenido</a:t>
            </a:r>
            <a:r>
              <a:rPr lang="ca-ES">
                <a:latin typeface="Consolas" panose="020B0609020204030204" pitchFamily="49" charset="0"/>
              </a:rPr>
              <a:t> = </a:t>
            </a:r>
            <a:r>
              <a:rPr lang="ca-ES">
                <a:solidFill>
                  <a:srgbClr val="0000FF"/>
                </a:solidFill>
                <a:latin typeface="Consolas" panose="020B0609020204030204" pitchFamily="49" charset="0"/>
              </a:rPr>
              <a:t>"Contenido del Array alumnes:(bucle For):\n"</a:t>
            </a:r>
            <a:r>
              <a:rPr lang="ca-ES">
                <a:latin typeface="Consolas" panose="020B0609020204030204" pitchFamily="49" charset="0"/>
              </a:rPr>
              <a:t>;</a:t>
            </a:r>
          </a:p>
          <a:p>
            <a:r>
              <a:rPr lang="ca-ES">
                <a:latin typeface="Consolas" panose="020B0609020204030204" pitchFamily="49" charset="0"/>
              </a:rPr>
              <a:t>let </a:t>
            </a:r>
            <a:r>
              <a:rPr lang="ca-ES" b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ca-ES">
                <a:latin typeface="Consolas" panose="020B0609020204030204" pitchFamily="49" charset="0"/>
              </a:rPr>
              <a:t>=0;</a:t>
            </a:r>
          </a:p>
          <a:p>
            <a:endParaRPr lang="ca-ES">
              <a:latin typeface="Consolas" panose="020B0609020204030204" pitchFamily="49" charset="0"/>
            </a:endParaRPr>
          </a:p>
          <a:p>
            <a:r>
              <a:rPr lang="ca-ES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//Iterar</a:t>
            </a:r>
          </a:p>
          <a:p>
            <a:endParaRPr lang="ca-ES">
              <a:latin typeface="Consolas" panose="020B0609020204030204" pitchFamily="49" charset="0"/>
            </a:endParaRPr>
          </a:p>
          <a:p>
            <a:r>
              <a:rPr lang="es-ES">
                <a:latin typeface="Consolas" panose="020B0609020204030204" pitchFamily="49" charset="0"/>
              </a:rPr>
              <a:t>for (</a:t>
            </a:r>
            <a:r>
              <a:rPr lang="nn-NO" b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nn-NO">
                <a:latin typeface="Consolas" panose="020B0609020204030204" pitchFamily="49" charset="0"/>
              </a:rPr>
              <a:t>=0; </a:t>
            </a:r>
            <a:r>
              <a:rPr lang="nn-NO" b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nn-NO">
                <a:latin typeface="Consolas" panose="020B0609020204030204" pitchFamily="49" charset="0"/>
              </a:rPr>
              <a:t>&lt;alumnes.length; </a:t>
            </a:r>
            <a:r>
              <a:rPr lang="nn-NO" b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nn-NO">
                <a:latin typeface="Consolas" panose="020B0609020204030204" pitchFamily="49" charset="0"/>
              </a:rPr>
              <a:t>++</a:t>
            </a:r>
            <a:r>
              <a:rPr lang="es-ES">
                <a:latin typeface="Consolas" panose="020B0609020204030204" pitchFamily="49" charset="0"/>
              </a:rPr>
              <a:t>) { </a:t>
            </a:r>
          </a:p>
          <a:p>
            <a:r>
              <a:rPr lang="es-ES">
                <a:latin typeface="Consolas" panose="020B0609020204030204" pitchFamily="49" charset="0"/>
              </a:rPr>
              <a:t>  </a:t>
            </a:r>
            <a:r>
              <a:rPr lang="es-ES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contenido</a:t>
            </a:r>
            <a:r>
              <a:rPr lang="es-ES">
                <a:latin typeface="Consolas" panose="020B0609020204030204" pitchFamily="49" charset="0"/>
              </a:rPr>
              <a:t> += </a:t>
            </a:r>
            <a:r>
              <a:rPr lang="es-ES" b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s-ES">
                <a:latin typeface="Consolas" panose="020B0609020204030204" pitchFamily="49" charset="0"/>
              </a:rPr>
              <a:t> + " " + </a:t>
            </a:r>
            <a:r>
              <a:rPr lang="es-ES">
                <a:solidFill>
                  <a:srgbClr val="D50283"/>
                </a:solidFill>
                <a:latin typeface="Consolas" panose="020B0609020204030204" pitchFamily="49" charset="0"/>
              </a:rPr>
              <a:t>alumnes</a:t>
            </a:r>
            <a:r>
              <a:rPr lang="es-ES">
                <a:latin typeface="Consolas" panose="020B0609020204030204" pitchFamily="49" charset="0"/>
              </a:rPr>
              <a:t>[</a:t>
            </a:r>
            <a:r>
              <a:rPr lang="es-ES" b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s-ES">
                <a:latin typeface="Consolas" panose="020B0609020204030204" pitchFamily="49" charset="0"/>
              </a:rPr>
              <a:t>] + '\n'; </a:t>
            </a:r>
          </a:p>
          <a:p>
            <a:r>
              <a:rPr lang="es-ES">
                <a:latin typeface="Consolas" panose="020B0609020204030204" pitchFamily="49" charset="0"/>
              </a:rPr>
              <a:t>}</a:t>
            </a:r>
            <a:r>
              <a:rPr lang="ca-ES">
                <a:latin typeface="Consolas" panose="020B0609020204030204" pitchFamily="49" charset="0"/>
              </a:rPr>
              <a:t>; </a:t>
            </a:r>
          </a:p>
          <a:p>
            <a:br>
              <a:rPr lang="ca-ES">
                <a:latin typeface="Consolas" panose="020B0609020204030204" pitchFamily="49" charset="0"/>
              </a:rPr>
            </a:br>
            <a:r>
              <a:rPr lang="ca-ES">
                <a:latin typeface="Consolas" panose="020B0609020204030204" pitchFamily="49" charset="0"/>
              </a:rPr>
              <a:t>alert(</a:t>
            </a:r>
            <a:r>
              <a:rPr lang="ca-ES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contenido</a:t>
            </a:r>
            <a:r>
              <a:rPr lang="ca-ES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360" name="Google Shape;36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50283"/>
              </a:buClr>
              <a:buSzPts val="4000"/>
              <a:buFont typeface="Montserrat"/>
              <a:buNone/>
            </a:pPr>
            <a:r>
              <a:rPr lang="es-ES"/>
              <a:t>El bucle </a:t>
            </a:r>
            <a:r>
              <a:rPr lang="es-ES">
                <a:solidFill>
                  <a:schemeClr val="dk1"/>
                </a:solidFill>
              </a:rPr>
              <a:t>for</a:t>
            </a:r>
            <a:endParaRPr/>
          </a:p>
        </p:txBody>
      </p:sp>
      <p:sp>
        <p:nvSpPr>
          <p:cNvPr id="361" name="Google Shape;361;p12"/>
          <p:cNvSpPr txBox="1">
            <a:spLocks noGrp="1"/>
          </p:cNvSpPr>
          <p:nvPr>
            <p:ph type="sldNum" idx="12"/>
          </p:nvPr>
        </p:nvSpPr>
        <p:spPr>
          <a:xfrm>
            <a:off x="0" y="6356350"/>
            <a:ext cx="5481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11</a:t>
            </a:fld>
            <a:endParaRPr/>
          </a:p>
        </p:txBody>
      </p:sp>
      <p:sp>
        <p:nvSpPr>
          <p:cNvPr id="362" name="Google Shape;362;p12"/>
          <p:cNvSpPr txBox="1"/>
          <p:nvPr/>
        </p:nvSpPr>
        <p:spPr>
          <a:xfrm>
            <a:off x="838200" y="1027906"/>
            <a:ext cx="150073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Exemple: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84555D4-FF09-44B8-A14B-A32826FE8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333" y="4313679"/>
            <a:ext cx="4724809" cy="2225233"/>
          </a:xfrm>
          <a:prstGeom prst="rect">
            <a:avLst/>
          </a:prstGeom>
        </p:spPr>
      </p:pic>
      <p:sp>
        <p:nvSpPr>
          <p:cNvPr id="364" name="Google Shape;364;p12"/>
          <p:cNvSpPr/>
          <p:nvPr/>
        </p:nvSpPr>
        <p:spPr>
          <a:xfrm rot="5400000">
            <a:off x="8333559" y="3750871"/>
            <a:ext cx="828358" cy="484500"/>
          </a:xfrm>
          <a:prstGeom prst="rightArrow">
            <a:avLst>
              <a:gd name="adj1" fmla="val 50000"/>
              <a:gd name="adj2" fmla="val 113577"/>
            </a:avLst>
          </a:prstGeom>
          <a:gradFill>
            <a:gsLst>
              <a:gs pos="0">
                <a:srgbClr val="D59EB1"/>
              </a:gs>
              <a:gs pos="50000">
                <a:srgbClr val="D38EA6"/>
              </a:gs>
              <a:gs pos="100000">
                <a:srgbClr val="BD7991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24029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50283"/>
              </a:buClr>
              <a:buSzPts val="4000"/>
              <a:buFont typeface="Montserrat"/>
              <a:buNone/>
            </a:pPr>
            <a:r>
              <a:rPr lang="es-ES"/>
              <a:t>Bucle </a:t>
            </a:r>
            <a:r>
              <a:rPr lang="es-ES">
                <a:solidFill>
                  <a:schemeClr val="dk1"/>
                </a:solidFill>
              </a:rPr>
              <a:t>for</a:t>
            </a:r>
            <a:endParaRPr/>
          </a:p>
        </p:txBody>
      </p:sp>
      <p:sp>
        <p:nvSpPr>
          <p:cNvPr id="371" name="Google Shape;371;p13"/>
          <p:cNvSpPr txBox="1">
            <a:spLocks noGrp="1"/>
          </p:cNvSpPr>
          <p:nvPr>
            <p:ph type="sldNum" idx="12"/>
          </p:nvPr>
        </p:nvSpPr>
        <p:spPr>
          <a:xfrm>
            <a:off x="0" y="6356350"/>
            <a:ext cx="5481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12</a:t>
            </a:fld>
            <a:endParaRPr/>
          </a:p>
        </p:txBody>
      </p:sp>
      <p:sp>
        <p:nvSpPr>
          <p:cNvPr id="372" name="Google Shape;372;p13"/>
          <p:cNvSpPr/>
          <p:nvPr/>
        </p:nvSpPr>
        <p:spPr>
          <a:xfrm>
            <a:off x="475809" y="2225645"/>
            <a:ext cx="5039875" cy="240670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1C4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defTabSz="354013">
              <a:lnSpc>
                <a:spcPct val="187500"/>
              </a:lnSpc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let </a:t>
            </a:r>
            <a:r>
              <a:rPr lang="es-ES" sz="1600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lletres</a:t>
            </a: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['a', 'b', 'c'];</a:t>
            </a:r>
          </a:p>
          <a:p>
            <a:pPr marL="0" marR="0" lvl="0" indent="0" algn="l" defTabSz="354013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(</a:t>
            </a: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 ; </a:t>
            </a:r>
            <a:r>
              <a:rPr lang="es-ES" sz="1600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s-ES" sz="1600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lletres</a:t>
            </a: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.length; </a:t>
            </a:r>
            <a:r>
              <a:rPr lang="es-ES" sz="1600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/>
          </a:p>
          <a:p>
            <a:pPr marL="0" marR="0" lvl="0" indent="0" algn="l" defTabSz="354013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alert(</a:t>
            </a:r>
            <a:r>
              <a:rPr lang="es-ES" sz="1600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lletres</a:t>
            </a: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ES" sz="1600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]); </a:t>
            </a:r>
            <a:endParaRPr/>
          </a:p>
          <a:p>
            <a:pPr marL="0" marR="0" lvl="0" indent="0" algn="l" defTabSz="354013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/>
          </a:p>
        </p:txBody>
      </p:sp>
      <p:sp>
        <p:nvSpPr>
          <p:cNvPr id="373" name="Google Shape;373;p13"/>
          <p:cNvSpPr/>
          <p:nvPr/>
        </p:nvSpPr>
        <p:spPr>
          <a:xfrm rot="10800000">
            <a:off x="475809" y="4658828"/>
            <a:ext cx="535639" cy="603949"/>
          </a:xfrm>
          <a:prstGeom prst="down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D59EB1"/>
              </a:gs>
              <a:gs pos="50000">
                <a:srgbClr val="D38EA6"/>
              </a:gs>
              <a:gs pos="100000">
                <a:srgbClr val="BD7991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10112830" y="602152"/>
            <a:ext cx="181806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D50283"/>
                </a:solidFill>
                <a:latin typeface="Open Sans"/>
                <a:ea typeface="Open Sans"/>
                <a:cs typeface="Open Sans"/>
                <a:sym typeface="Open Sans"/>
              </a:rPr>
              <a:t>Ordre execució</a:t>
            </a:r>
            <a:endParaRPr sz="2000">
              <a:solidFill>
                <a:srgbClr val="D5028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75" name="Google Shape;375;p13" descr="Información con relleno sólid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02748" y="0"/>
            <a:ext cx="548456" cy="54845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76" name="Google Shape;376;p13"/>
          <p:cNvGraphicFramePr/>
          <p:nvPr>
            <p:extLst>
              <p:ext uri="{D42A27DB-BD31-4B8C-83A1-F6EECF244321}">
                <p14:modId xmlns:p14="http://schemas.microsoft.com/office/powerpoint/2010/main" val="1030745363"/>
              </p:ext>
            </p:extLst>
          </p:nvPr>
        </p:nvGraphicFramePr>
        <p:xfrm>
          <a:off x="5713602" y="944967"/>
          <a:ext cx="6280275" cy="407935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233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2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Open Sans"/>
                        <a:buNone/>
                      </a:pPr>
                      <a:r>
                        <a:rPr lang="es-ES" sz="1300" b="0" u="none" strike="noStrike" cap="non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inicialització del comptador</a:t>
                      </a:r>
                      <a:endParaRPr b="0"/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u="none" strike="noStrike" cap="none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s-E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600" b="1" u="none" strike="noStrike" cap="none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s-E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 0; </a:t>
                      </a:r>
                      <a:endParaRPr sz="1600" b="1">
                        <a:solidFill>
                          <a:srgbClr val="3333FF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u="none" strike="noStrike" cap="none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s-ES" sz="1600" b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= 0</a:t>
                      </a:r>
                      <a:endParaRPr sz="1600" b="1">
                        <a:solidFill>
                          <a:srgbClr val="3333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Open Sans"/>
                        <a:buNone/>
                      </a:pPr>
                      <a:r>
                        <a:rPr lang="es-ES" sz="1300" b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condició del bucle</a:t>
                      </a:r>
                      <a:endParaRPr b="0"/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&lt; </a:t>
                      </a:r>
                      <a:r>
                        <a:rPr lang="es-ES" sz="1600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lletres</a:t>
                      </a: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length</a:t>
                      </a: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</a:t>
                      </a:r>
                      <a:r>
                        <a:rPr lang="es-ES" sz="16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Wingdings 3" panose="05040102010807070707" pitchFamily="18" charset="2"/>
                        </a:rPr>
                        <a:t></a:t>
                      </a:r>
                      <a:endParaRPr sz="1600" b="1">
                        <a:solidFill>
                          <a:srgbClr val="3333FF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endParaRPr sz="1600" b="1">
                        <a:solidFill>
                          <a:srgbClr val="3333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0283"/>
                        </a:buClr>
                        <a:buSzPts val="1600"/>
                        <a:buFont typeface="Open Sans"/>
                        <a:buNone/>
                      </a:pPr>
                      <a:r>
                        <a:rPr lang="es-ES" sz="1600" b="0">
                          <a:solidFill>
                            <a:srgbClr val="D5028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Codi a executar</a:t>
                      </a:r>
                      <a:endParaRPr b="0"/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alert(</a:t>
                      </a:r>
                      <a:r>
                        <a:rPr lang="es-ES" sz="1600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lletres</a:t>
                      </a: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</a:t>
                      </a:r>
                      <a:r>
                        <a:rPr lang="es-ES" sz="1600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]); </a:t>
                      </a:r>
                      <a:endParaRPr sz="1600" b="1">
                        <a:solidFill>
                          <a:srgbClr val="3333FF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>
                          <a:solidFill>
                            <a:srgbClr val="3333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Open Sans"/>
                        <a:buNone/>
                      </a:pPr>
                      <a:r>
                        <a:rPr lang="es-ES" sz="1300" b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increment del comptador</a:t>
                      </a:r>
                      <a:endParaRPr b="0"/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55475"/>
                        </a:buClr>
                        <a:buSzPts val="1600"/>
                        <a:buFont typeface="Consolas"/>
                        <a:buNone/>
                      </a:pPr>
                      <a:r>
                        <a:rPr lang="es-ES" sz="1600" b="1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s-ES" sz="16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++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55475"/>
                        </a:buClr>
                        <a:buSzPts val="1600"/>
                        <a:buFont typeface="Open Sans"/>
                        <a:buNone/>
                      </a:pPr>
                      <a:r>
                        <a:rPr lang="es-ES" sz="1600" b="1" u="none" strike="noStrike" cap="none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s-ES" sz="1600" b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= </a:t>
                      </a:r>
                      <a:r>
                        <a:rPr lang="es-ES" sz="1600" b="0">
                          <a:solidFill>
                            <a:srgbClr val="3333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600">
                        <a:solidFill>
                          <a:srgbClr val="3333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Open Sans"/>
                        <a:buNone/>
                      </a:pPr>
                      <a:r>
                        <a:rPr lang="es-ES" sz="1300" b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condició del bucle</a:t>
                      </a:r>
                      <a:endParaRPr b="0"/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&lt; </a:t>
                      </a:r>
                      <a:r>
                        <a:rPr lang="es-ES" sz="1600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lletres</a:t>
                      </a: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length</a:t>
                      </a: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</a:t>
                      </a:r>
                      <a:r>
                        <a:rPr lang="es-ES" sz="16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Wingdings 3" panose="05040102010807070707" pitchFamily="18" charset="2"/>
                        </a:rPr>
                        <a:t></a:t>
                      </a:r>
                      <a:endParaRPr sz="1600" b="1">
                        <a:solidFill>
                          <a:srgbClr val="3333FF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endParaRPr sz="1600" b="1">
                        <a:solidFill>
                          <a:srgbClr val="3333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0283"/>
                        </a:buClr>
                        <a:buSzPts val="1600"/>
                        <a:buFont typeface="Open Sans"/>
                        <a:buNone/>
                      </a:pPr>
                      <a:r>
                        <a:rPr lang="es-ES" sz="1600" b="0">
                          <a:solidFill>
                            <a:srgbClr val="D5028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Codi a executar</a:t>
                      </a:r>
                      <a:endParaRPr b="0"/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alert(</a:t>
                      </a:r>
                      <a:r>
                        <a:rPr lang="es-ES" sz="1600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lletres</a:t>
                      </a: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</a:t>
                      </a:r>
                      <a:r>
                        <a:rPr lang="es-ES" sz="1600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]); </a:t>
                      </a:r>
                      <a:endParaRPr sz="1600" b="1">
                        <a:solidFill>
                          <a:srgbClr val="3333FF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>
                          <a:solidFill>
                            <a:srgbClr val="3333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Open Sans"/>
                        <a:buNone/>
                      </a:pPr>
                      <a:r>
                        <a:rPr lang="es-ES" sz="1300" b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increment del comptador</a:t>
                      </a:r>
                      <a:endParaRPr b="0"/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55475"/>
                        </a:buClr>
                        <a:buSzPts val="1600"/>
                        <a:buFont typeface="Consolas"/>
                        <a:buNone/>
                      </a:pPr>
                      <a:r>
                        <a:rPr lang="es-ES" sz="1600" b="1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s-ES" sz="16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++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55475"/>
                        </a:buClr>
                        <a:buSzPts val="1600"/>
                        <a:buFont typeface="Open Sans"/>
                        <a:buNone/>
                      </a:pPr>
                      <a:r>
                        <a:rPr lang="es-ES" sz="1600" b="1" u="none" strike="noStrike" cap="none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s-ES" sz="1600" b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= </a:t>
                      </a:r>
                      <a:r>
                        <a:rPr lang="es-ES" sz="1600" b="0">
                          <a:solidFill>
                            <a:srgbClr val="3333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600">
                        <a:solidFill>
                          <a:srgbClr val="3333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Open Sans"/>
                        <a:buNone/>
                      </a:pPr>
                      <a:r>
                        <a:rPr lang="es-ES" sz="1300" b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condició del bucle</a:t>
                      </a:r>
                      <a:endParaRPr b="0"/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&lt; </a:t>
                      </a:r>
                      <a:r>
                        <a:rPr lang="es-ES" sz="1600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lletres</a:t>
                      </a: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length</a:t>
                      </a: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</a:t>
                      </a:r>
                      <a:r>
                        <a:rPr lang="es-ES" sz="16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Wingdings 3" panose="05040102010807070707" pitchFamily="18" charset="2"/>
                        </a:rPr>
                        <a:t></a:t>
                      </a:r>
                      <a:endParaRPr sz="1600" b="1">
                        <a:solidFill>
                          <a:srgbClr val="3333FF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endParaRPr sz="1600" b="1">
                        <a:solidFill>
                          <a:srgbClr val="3333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0283"/>
                        </a:buClr>
                        <a:buSzPts val="1600"/>
                        <a:buFont typeface="Open Sans"/>
                        <a:buNone/>
                      </a:pPr>
                      <a:r>
                        <a:rPr lang="es-ES" sz="1600" b="0">
                          <a:solidFill>
                            <a:srgbClr val="D5028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Codi a executar</a:t>
                      </a:r>
                      <a:endParaRPr b="0"/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alert(</a:t>
                      </a:r>
                      <a:r>
                        <a:rPr lang="es-ES" sz="1600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lletres</a:t>
                      </a: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</a:t>
                      </a:r>
                      <a:r>
                        <a:rPr lang="es-ES" sz="1600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]); </a:t>
                      </a:r>
                      <a:endParaRPr sz="1600" b="1">
                        <a:solidFill>
                          <a:srgbClr val="3333FF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>
                          <a:solidFill>
                            <a:srgbClr val="3333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Open Sans"/>
                        <a:buNone/>
                      </a:pPr>
                      <a:r>
                        <a:rPr lang="es-ES" sz="1300" b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increment del comptador</a:t>
                      </a:r>
                      <a:endParaRPr b="0"/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55475"/>
                        </a:buClr>
                        <a:buSzPts val="1600"/>
                        <a:buFont typeface="Consolas"/>
                        <a:buNone/>
                      </a:pPr>
                      <a:r>
                        <a:rPr lang="es-ES" sz="1600" b="1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s-ES" sz="16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++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55475"/>
                        </a:buClr>
                        <a:buSzPts val="1600"/>
                        <a:buFont typeface="Open Sans"/>
                        <a:buNone/>
                      </a:pPr>
                      <a:r>
                        <a:rPr lang="es-ES" sz="1600" b="1" u="none" strike="noStrike" cap="none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s-ES" sz="1600" b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= </a:t>
                      </a:r>
                      <a:r>
                        <a:rPr lang="es-ES" sz="1600" b="0">
                          <a:solidFill>
                            <a:srgbClr val="3333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600">
                        <a:solidFill>
                          <a:srgbClr val="3333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Open Sans"/>
                        <a:buNone/>
                      </a:pPr>
                      <a:r>
                        <a:rPr lang="es-ES" sz="1300" b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condició del bucle</a:t>
                      </a:r>
                      <a:endParaRPr b="0"/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&lt; </a:t>
                      </a:r>
                      <a:r>
                        <a:rPr lang="es-ES" sz="1600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lletres</a:t>
                      </a: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length</a:t>
                      </a: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</a:t>
                      </a:r>
                      <a:r>
                        <a:rPr lang="es-ES" sz="16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Wingdings 3" panose="05040102010807070707" pitchFamily="18" charset="2"/>
                        </a:rPr>
                        <a:t></a:t>
                      </a:r>
                      <a:endParaRPr sz="1600" b="1">
                        <a:solidFill>
                          <a:srgbClr val="3333FF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endParaRPr sz="1600" b="1">
                        <a:solidFill>
                          <a:srgbClr val="3333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77" name="Google Shape;377;p13"/>
          <p:cNvSpPr/>
          <p:nvPr/>
        </p:nvSpPr>
        <p:spPr>
          <a:xfrm>
            <a:off x="475809" y="5289252"/>
            <a:ext cx="10942098" cy="1067098"/>
          </a:xfrm>
          <a:prstGeom prst="foldedCorner">
            <a:avLst>
              <a:gd name="adj" fmla="val 28522"/>
            </a:avLst>
          </a:prstGeom>
          <a:solidFill>
            <a:srgbClr val="FFFEEF"/>
          </a:solidFill>
          <a:ln>
            <a:noFill/>
          </a:ln>
        </p:spPr>
        <p:txBody>
          <a:bodyPr spcFirstLastPara="1" wrap="non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D50283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for</a:t>
            </a:r>
            <a:r>
              <a:rPr lang="es-ES" sz="1600" b="1">
                <a:solidFill>
                  <a:srgbClr val="B55475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</a:t>
            </a:r>
            <a:r>
              <a:rPr lang="es-ES" sz="160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(inicialització del comptador ; condició del bucle ; increment (</a:t>
            </a:r>
            <a:r>
              <a:rPr lang="es-ES" sz="160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o decrement</a:t>
            </a:r>
            <a:r>
              <a:rPr lang="es-ES" sz="160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 del comptador){</a:t>
            </a:r>
            <a:endParaRPr sz="1600">
              <a:latin typeface="Consolas" panose="020B0609020204030204" pitchFamily="49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	</a:t>
            </a:r>
            <a:r>
              <a:rPr lang="es-ES" sz="1600">
                <a:solidFill>
                  <a:srgbClr val="7F7F7F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Codi a executar</a:t>
            </a:r>
            <a:endParaRPr sz="1600" b="1">
              <a:solidFill>
                <a:srgbClr val="B55475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};</a:t>
            </a:r>
            <a:endParaRPr sz="1600">
              <a:solidFill>
                <a:schemeClr val="dk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4361943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apel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IT_Academy">
      <a:majorFont>
        <a:latin typeface="Montserrat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S_IT_Academy.potx" id="{1501DBED-0E1E-4C11-8E9D-16B0020AA05F}" vid="{95293F0B-97F6-4CEB-B290-B9DE79CD0F60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JS_IT_Academy</Template>
  <TotalTime>0</TotalTime>
  <Words>1126</Words>
  <Application>Microsoft Office PowerPoint</Application>
  <PresentationFormat>Panorámica</PresentationFormat>
  <Paragraphs>219</Paragraphs>
  <Slides>12</Slides>
  <Notes>10</Notes>
  <HiddenSlides>1</HiddenSlides>
  <MMClips>0</MMClips>
  <ScaleCrop>false</ScaleCrop>
  <HeadingPairs>
    <vt:vector size="6" baseType="variant">
      <vt:variant>
        <vt:lpstr>Fuentes usadas</vt:lpstr>
      </vt:variant>
      <vt:variant>
        <vt:i4>14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7" baseType="lpstr">
      <vt:lpstr>Wingdings</vt:lpstr>
      <vt:lpstr>Montserrat Light</vt:lpstr>
      <vt:lpstr>Open sans regular</vt:lpstr>
      <vt:lpstr>Calibri</vt:lpstr>
      <vt:lpstr>Open Sans Bold</vt:lpstr>
      <vt:lpstr>Open Sans</vt:lpstr>
      <vt:lpstr>Montserrat Bold</vt:lpstr>
      <vt:lpstr>Consolas</vt:lpstr>
      <vt:lpstr>Wingdings 3</vt:lpstr>
      <vt:lpstr>Montserrat ExtraLight</vt:lpstr>
      <vt:lpstr>Montserrat SemiBold</vt:lpstr>
      <vt:lpstr>Montserrat</vt:lpstr>
      <vt:lpstr>Arial</vt:lpstr>
      <vt:lpstr>Montserrat Black</vt:lpstr>
      <vt:lpstr>Tema de Office</vt:lpstr>
      <vt:lpstr>Presentación de PowerPoint</vt:lpstr>
      <vt:lpstr>Estructures en JavaScript </vt:lpstr>
      <vt:lpstr>1</vt:lpstr>
      <vt:lpstr>Arrays</vt:lpstr>
      <vt:lpstr>Utilitzar Arrays</vt:lpstr>
      <vt:lpstr>Operacions amb Arrays</vt:lpstr>
      <vt:lpstr>Ordenar els elements d'un array</vt:lpstr>
      <vt:lpstr>Iterar sobre un Array</vt:lpstr>
      <vt:lpstr>2</vt:lpstr>
      <vt:lpstr>El bucle for</vt:lpstr>
      <vt:lpstr>El bucle for</vt:lpstr>
      <vt:lpstr>Bucle for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delatorrerita</dc:creator>
  <cp:lastModifiedBy>delatorrerita</cp:lastModifiedBy>
  <cp:revision>40</cp:revision>
  <dcterms:created xsi:type="dcterms:W3CDTF">2022-01-21T07:59:35Z</dcterms:created>
  <dcterms:modified xsi:type="dcterms:W3CDTF">2022-07-04T10:51:38Z</dcterms:modified>
</cp:coreProperties>
</file>