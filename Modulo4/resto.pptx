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932E8-1C9D-4706-BD25-1F2BDE261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754903-C9B7-429E-9983-41D5A9255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AEE846-A3C1-44B5-9A16-431574A15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C77F-C65F-4ED1-882E-783404F657EB}" type="datetimeFigureOut">
              <a:rPr lang="ca-ES" smtClean="0"/>
              <a:t>4/7/2022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D5D1B8-CE0A-4339-A58A-9A8D780A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AFC956-DC08-4AEF-83DF-A9012B95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6E227-E0C1-48E5-BC50-2E168AB53BA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468264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6F80C-653A-4AED-85B2-F244D2D2D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A11555-B516-42BF-BA6E-9631291F6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C84455-B07F-46DB-9DB4-EBEFDFB7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C77F-C65F-4ED1-882E-783404F657EB}" type="datetimeFigureOut">
              <a:rPr lang="ca-ES" smtClean="0"/>
              <a:t>4/7/2022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280B01-A44C-4D01-9618-09D0AF3B1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C44DEF-9B29-4C09-905F-9AB126B58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6E227-E0C1-48E5-BC50-2E168AB53BA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45286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F0021-AAEE-4F22-BE87-F4EFC601E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1594D8-0DFD-46EF-9F7E-0246EAF45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35734A-4A19-4D47-AC78-9040E5A73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C77F-C65F-4ED1-882E-783404F657EB}" type="datetimeFigureOut">
              <a:rPr lang="ca-ES" smtClean="0"/>
              <a:t>4/7/2022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966F3E-D924-4424-883C-B6ABF804D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758536-F50C-4C67-8B2A-A38A99C2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6E227-E0C1-48E5-BC50-2E168AB53BA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2464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0034E-1E4C-464D-8C71-517A39C45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5FEB7B-5510-4F1F-B3DA-9E8F31514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DFEC40-A6F8-481F-92D8-F2BA04092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BBA2D9-92A9-4DBF-9EF2-E831D3B81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C77F-C65F-4ED1-882E-783404F657EB}" type="datetimeFigureOut">
              <a:rPr lang="ca-ES" smtClean="0"/>
              <a:t>4/7/2022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AA59B9-0BEF-485A-A2E7-9AC6AECF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C8C729-3121-4CE7-8360-652008815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6E227-E0C1-48E5-BC50-2E168AB53BA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18601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A3C66-621C-4264-9905-74B8A1D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DF366E-74FC-4D30-A197-8FA6F193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C07824-C03E-4E16-908F-61E4DF547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10315F-E1D9-4560-843D-293602369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4EB0303-D514-408D-B65B-B52D012ED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462F135-74AF-4478-AFDC-08AC440E5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C77F-C65F-4ED1-882E-783404F657EB}" type="datetimeFigureOut">
              <a:rPr lang="ca-ES" smtClean="0"/>
              <a:t>4/7/2022</a:t>
            </a:fld>
            <a:endParaRPr lang="ca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AFE8D48-98F0-4F10-A5D6-1D459DB9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19A98A-5621-4E34-9A7C-927664DD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6E227-E0C1-48E5-BC50-2E168AB53BA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94083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84A07-3F8B-479B-83E6-996D5DBC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F08CE0B-7595-4355-A100-9BC116337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C77F-C65F-4ED1-882E-783404F657EB}" type="datetimeFigureOut">
              <a:rPr lang="ca-ES" smtClean="0"/>
              <a:t>4/7/2022</a:t>
            </a:fld>
            <a:endParaRPr lang="ca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872A3B-6914-4EF0-8298-5500F450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D1D309-19E6-48E7-B423-CD6AA76A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6E227-E0C1-48E5-BC50-2E168AB53BA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49910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641976-8DA1-412B-8C57-2DDFB7D27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C77F-C65F-4ED1-882E-783404F657EB}" type="datetimeFigureOut">
              <a:rPr lang="ca-ES" smtClean="0"/>
              <a:t>4/7/2022</a:t>
            </a:fld>
            <a:endParaRPr lang="ca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D88AEF-9B6D-40EB-BE73-B433C4640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EECAE7-7F4A-4FDB-8229-BFB6DF63B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6E227-E0C1-48E5-BC50-2E168AB53BA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62882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6DAC1-F1CF-4EEE-8ED7-CEDF8891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F338FD-5D45-4FC7-BF17-E0BB02FF5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215F11-3AE3-4CB3-9951-0586F3E15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6C297E-8846-4588-9001-F4F757E4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C77F-C65F-4ED1-882E-783404F657EB}" type="datetimeFigureOut">
              <a:rPr lang="ca-ES" smtClean="0"/>
              <a:t>4/7/2022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CA2753-A6F9-4F84-A53D-46F317C76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C565DD-6A35-4836-923A-D3E092BE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6E227-E0C1-48E5-BC50-2E168AB53BA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313526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51466-5EF8-4AF1-988B-A3C4D9988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F2C63E3-6AF3-4905-AC90-4C617D6D5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B29AB3-39C2-4C8F-AB2B-1A1347901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708CCA-F78D-4321-AC69-4B40A9AE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C77F-C65F-4ED1-882E-783404F657EB}" type="datetimeFigureOut">
              <a:rPr lang="ca-ES" smtClean="0"/>
              <a:t>4/7/2022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9B6CF7-0474-4C24-BFCC-453BE42E7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758C3C-001D-4BE3-9F3C-1F37E88B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6E227-E0C1-48E5-BC50-2E168AB53BA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6133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C23DC-E18E-415B-B17E-CE27C05F9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080907-6090-4716-83ED-929C547DE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7D15B0-EB64-477C-836C-556BC263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C77F-C65F-4ED1-882E-783404F657EB}" type="datetimeFigureOut">
              <a:rPr lang="ca-ES" smtClean="0"/>
              <a:t>4/7/2022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A2C693-1D87-49DF-8D05-BFBA434D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0257D4-20A7-44F0-B2D6-9072E123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6E227-E0C1-48E5-BC50-2E168AB53BA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073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6672C0-EC66-4B48-8010-3E005580E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927BA6-3E75-4626-BB1A-BA35F3906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D79B9-6F89-485B-B014-889F550D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C77F-C65F-4ED1-882E-783404F657EB}" type="datetimeFigureOut">
              <a:rPr lang="ca-ES" smtClean="0"/>
              <a:t>4/7/2022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360644-8144-46EC-941F-24403D007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B3F34F-F191-4F8A-B7B5-F6DE8A99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6E227-E0C1-48E5-BC50-2E168AB53BA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54446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455949-0F56-4037-A9DC-D2D17A2DC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46C157-E6E5-4EA0-B8FC-45C240E69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3FD9A-EEE4-4858-B8D3-9C46CC151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FC77F-C65F-4ED1-882E-783404F657EB}" type="datetimeFigureOut">
              <a:rPr lang="ca-ES" smtClean="0"/>
              <a:t>4/7/2022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6CE2B9-F8B5-4281-8132-0AAEB53A9A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1FC4BD-B0BA-4FFA-91F4-63D52E928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6E227-E0C1-48E5-BC50-2E168AB53BA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93548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B180EDE-52BD-407C-AF17-B7F108DD8C8C}"/>
              </a:ext>
            </a:extLst>
          </p:cNvPr>
          <p:cNvCxnSpPr>
            <a:cxnSpLocks/>
          </p:cNvCxnSpPr>
          <p:nvPr/>
        </p:nvCxnSpPr>
        <p:spPr>
          <a:xfrm>
            <a:off x="1793032" y="675959"/>
            <a:ext cx="0" cy="951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27C06DE-7161-4345-B0D5-E79C39555469}"/>
              </a:ext>
            </a:extLst>
          </p:cNvPr>
          <p:cNvCxnSpPr/>
          <p:nvPr/>
        </p:nvCxnSpPr>
        <p:spPr>
          <a:xfrm>
            <a:off x="1800808" y="1637013"/>
            <a:ext cx="40028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5909768-EAD7-4F35-ADF0-E5CB60E71E18}"/>
              </a:ext>
            </a:extLst>
          </p:cNvPr>
          <p:cNvSpPr txBox="1"/>
          <p:nvPr/>
        </p:nvSpPr>
        <p:spPr>
          <a:xfrm>
            <a:off x="485192" y="913448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3600"/>
              <a:t>2001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86B83A-F73A-433D-98E8-447DB7F5A234}"/>
              </a:ext>
            </a:extLst>
          </p:cNvPr>
          <p:cNvSpPr txBox="1"/>
          <p:nvPr/>
        </p:nvSpPr>
        <p:spPr>
          <a:xfrm>
            <a:off x="2076061" y="89930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3600"/>
              <a:t>4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B9BCE29-4B7D-402E-AD1E-483480C7713A}"/>
              </a:ext>
            </a:extLst>
          </p:cNvPr>
          <p:cNvSpPr txBox="1"/>
          <p:nvPr/>
        </p:nvSpPr>
        <p:spPr>
          <a:xfrm>
            <a:off x="2076061" y="166745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3600"/>
              <a:t>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58E4672-43E1-4548-A259-63CF7B250266}"/>
              </a:ext>
            </a:extLst>
          </p:cNvPr>
          <p:cNvSpPr txBox="1"/>
          <p:nvPr/>
        </p:nvSpPr>
        <p:spPr>
          <a:xfrm>
            <a:off x="909928" y="166745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3600">
                <a:solidFill>
                  <a:srgbClr val="FF0000"/>
                </a:solidFill>
              </a:rPr>
              <a:t>0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183308C-E585-4F02-B9AD-42959DE830D5}"/>
              </a:ext>
            </a:extLst>
          </p:cNvPr>
          <p:cNvCxnSpPr>
            <a:cxnSpLocks/>
          </p:cNvCxnSpPr>
          <p:nvPr/>
        </p:nvCxnSpPr>
        <p:spPr>
          <a:xfrm flipV="1">
            <a:off x="1107998" y="2313788"/>
            <a:ext cx="0" cy="810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D17E139-65AB-478F-B540-7918F10381AC}"/>
              </a:ext>
            </a:extLst>
          </p:cNvPr>
          <p:cNvSpPr txBox="1"/>
          <p:nvPr/>
        </p:nvSpPr>
        <p:spPr>
          <a:xfrm>
            <a:off x="296628" y="2784311"/>
            <a:ext cx="68972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3200">
                <a:highlight>
                  <a:srgbClr val="FFFF00"/>
                </a:highlight>
              </a:rPr>
              <a:t>El </a:t>
            </a:r>
            <a:r>
              <a:rPr lang="ca-ES" sz="3200" b="1">
                <a:solidFill>
                  <a:srgbClr val="FF0000"/>
                </a:solidFill>
                <a:highlight>
                  <a:srgbClr val="FFFF00"/>
                </a:highlight>
              </a:rPr>
              <a:t>resto</a:t>
            </a:r>
            <a:r>
              <a:rPr lang="ca-ES" sz="3200" b="1">
                <a:highlight>
                  <a:srgbClr val="FFFF00"/>
                </a:highlight>
              </a:rPr>
              <a:t> </a:t>
            </a:r>
            <a:r>
              <a:rPr lang="ca-ES" sz="3200">
                <a:highlight>
                  <a:srgbClr val="FFFF00"/>
                </a:highlight>
              </a:rPr>
              <a:t>se obtiene en JavaScript con </a:t>
            </a:r>
            <a:r>
              <a:rPr lang="ca-ES" sz="4400" b="1">
                <a:highlight>
                  <a:srgbClr val="FFFF00"/>
                </a:highlight>
              </a:rPr>
              <a:t>%</a:t>
            </a:r>
            <a:endParaRPr lang="ca-ES" sz="3200" b="1">
              <a:highlight>
                <a:srgbClr val="FFFF00"/>
              </a:highlight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0C07B27-55BD-455A-9F96-C109890AA0DE}"/>
              </a:ext>
            </a:extLst>
          </p:cNvPr>
          <p:cNvSpPr txBox="1"/>
          <p:nvPr/>
        </p:nvSpPr>
        <p:spPr>
          <a:xfrm>
            <a:off x="485192" y="3769107"/>
            <a:ext cx="52438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3200"/>
              <a:t>resto = 9 </a:t>
            </a:r>
            <a:r>
              <a:rPr lang="ca-ES" sz="3200" b="1">
                <a:solidFill>
                  <a:srgbClr val="3333FF"/>
                </a:solidFill>
              </a:rPr>
              <a:t>%</a:t>
            </a:r>
            <a:r>
              <a:rPr lang="ca-ES" sz="3200"/>
              <a:t> 2</a:t>
            </a:r>
          </a:p>
          <a:p>
            <a:r>
              <a:rPr lang="ca-ES" sz="3200"/>
              <a:t>división = 9 </a:t>
            </a:r>
            <a:r>
              <a:rPr lang="ca-ES" sz="3200" b="1">
                <a:solidFill>
                  <a:srgbClr val="3333FF"/>
                </a:solidFill>
              </a:rPr>
              <a:t>/</a:t>
            </a:r>
            <a:r>
              <a:rPr lang="ca-ES" sz="3200"/>
              <a:t> 2</a:t>
            </a:r>
          </a:p>
          <a:p>
            <a:r>
              <a:rPr lang="ca-ES" sz="3200"/>
              <a:t>parteEntera = parseInt( 9 </a:t>
            </a:r>
            <a:r>
              <a:rPr lang="ca-ES" sz="3200" b="1">
                <a:solidFill>
                  <a:srgbClr val="3333FF"/>
                </a:solidFill>
              </a:rPr>
              <a:t>/</a:t>
            </a:r>
            <a:r>
              <a:rPr lang="ca-ES" sz="3200"/>
              <a:t> 2 )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9B5A111A-9A4C-483F-92A6-CD54C3F327E9}"/>
              </a:ext>
            </a:extLst>
          </p:cNvPr>
          <p:cNvCxnSpPr>
            <a:cxnSpLocks/>
          </p:cNvCxnSpPr>
          <p:nvPr/>
        </p:nvCxnSpPr>
        <p:spPr>
          <a:xfrm flipV="1">
            <a:off x="3163078" y="4536360"/>
            <a:ext cx="3292150" cy="1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652D216-AFFD-4D6E-A5E6-01BB58D60974}"/>
              </a:ext>
            </a:extLst>
          </p:cNvPr>
          <p:cNvSpPr txBox="1"/>
          <p:nvPr/>
        </p:nvSpPr>
        <p:spPr>
          <a:xfrm>
            <a:off x="6563269" y="4209326"/>
            <a:ext cx="783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3200"/>
              <a:t>4,5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EA47780-A4F7-4797-802B-65802F323D1D}"/>
              </a:ext>
            </a:extLst>
          </p:cNvPr>
          <p:cNvCxnSpPr>
            <a:cxnSpLocks/>
          </p:cNvCxnSpPr>
          <p:nvPr/>
        </p:nvCxnSpPr>
        <p:spPr>
          <a:xfrm flipV="1">
            <a:off x="3135086" y="4023339"/>
            <a:ext cx="3292150" cy="1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4748C50-0D55-4290-BFCD-9A6207894513}"/>
              </a:ext>
            </a:extLst>
          </p:cNvPr>
          <p:cNvSpPr txBox="1"/>
          <p:nvPr/>
        </p:nvSpPr>
        <p:spPr>
          <a:xfrm>
            <a:off x="6535277" y="3739739"/>
            <a:ext cx="783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3200"/>
              <a:t>1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290A59C6-1AFC-4EA7-B86D-18EC498B2229}"/>
              </a:ext>
            </a:extLst>
          </p:cNvPr>
          <p:cNvCxnSpPr>
            <a:cxnSpLocks/>
          </p:cNvCxnSpPr>
          <p:nvPr/>
        </p:nvCxnSpPr>
        <p:spPr>
          <a:xfrm flipV="1">
            <a:off x="5486400" y="5094514"/>
            <a:ext cx="94083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304F5FD-9B3C-44C9-B2CF-229CE47D0795}"/>
              </a:ext>
            </a:extLst>
          </p:cNvPr>
          <p:cNvSpPr txBox="1"/>
          <p:nvPr/>
        </p:nvSpPr>
        <p:spPr>
          <a:xfrm>
            <a:off x="6595110" y="4678913"/>
            <a:ext cx="783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320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708805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Panorámica</PresentationFormat>
  <Paragraphs>11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delatorrerita</dc:creator>
  <cp:lastModifiedBy>delatorrerita</cp:lastModifiedBy>
  <cp:revision>6</cp:revision>
  <dcterms:created xsi:type="dcterms:W3CDTF">2022-06-29T08:15:17Z</dcterms:created>
  <dcterms:modified xsi:type="dcterms:W3CDTF">2022-07-04T07:56:49Z</dcterms:modified>
</cp:coreProperties>
</file>