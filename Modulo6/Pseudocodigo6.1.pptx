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39C75-3A25-4425-AFAD-58BCDF862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CA15F8-1442-4A93-B0F2-158F5C164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491068-A1F5-49AB-A7A4-F78E3365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4819C2-475C-48B8-A3E9-3B0BE7E6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2D360-86F3-4F10-BC7D-2684747B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4111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87632-9897-415C-A470-67AB4501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50CD7-1B91-4887-B81C-36BB3961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2C8F70-87B4-413E-8B98-560D6420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E2A986-FD4B-407F-8851-266793D6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A1F0C-0CC7-4B57-82C0-51174F6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9131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23714-A7CB-45DF-A491-15A02D75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995B72-CCCD-4FBC-B796-ACFA2208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8FD4D-2FA1-44F2-988C-CEE8232D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DC896-E3C5-4EFD-B1B7-064836AA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9D1EF-2B92-44F1-9353-3FB4EE8D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4001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ADD66-966B-490E-A447-52973F75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EFE85-A21A-4555-A855-50ACCDEA5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EEBAEE-AE1E-4C59-81F0-503B6B8B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3519EB-2A09-4F9F-B393-A19CBD0D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C53CD6-7155-440B-B7DB-1E059FAA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0F3724-1900-4567-BC9A-68859B6A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8255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90499-DC68-4D3B-8306-46426648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422489-4B96-43E0-9821-1F0DC03C5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84A0B2-748A-44E3-8C78-018A3A9AD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8BAA03-78B9-461A-9050-6C12E9FF5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0CAB7A-82D4-4A99-835F-C5A44CB58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BC84D9-0EE0-4B3C-A463-DEEEC476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E822A-32CA-49F1-A49B-3E61D97B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9659A4-3134-412A-AD3F-F8938883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9358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EEDB4-E824-4105-A44D-E908D725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4E2677-7D24-4C8A-A464-2054E871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354692-C657-4A60-A87E-56B53515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97E5F9-75CD-4AA2-88BE-9BB8188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22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2338D5-94CC-4637-B725-B16689A3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414B58-36BF-457E-AE24-8E380ADC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A03437-9D14-407D-A3B7-802EF44B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3116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EAB19-CF95-49C5-86C3-BDFD66D8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197054-DF3B-4D47-BD8A-19945775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FA650-890F-46D1-BBA2-7E3E71D3E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6AD086-DC7D-4BA3-8814-EC1D89E7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490A2C-2470-45DD-961B-9D9C7A00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0CCA0F-38A1-48C5-845B-C3FFB444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5518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663CA-F94C-439C-82D4-1AF8A315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FBA378-4663-4F9B-A3AA-5D40B7F93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05F6E9-4CE5-43BC-9B5A-1E5624FF9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FA60A9-927E-4D45-A974-B82DFC5A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79D7C4-0ADD-4280-9B73-447DBA19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6B0088-1487-4430-BF98-A9DE9096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533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04159-B520-447A-8326-86D0140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2BC874-2E8E-4CDA-AD63-8929C4381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F16B1-21E8-4056-8DA0-224CFC70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12D572-EE29-4957-8DD9-04251C2F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69E3C-65B3-4A0E-A9EA-07EBAB20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0864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67BF4F-A01D-42E0-9315-718B51773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86052-3115-4966-8A32-3534CC6C0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9AF950-073F-41CF-9FA2-C333DF98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34E8B9-7F7B-4E94-810D-A36BDFD6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81F465-73E2-42C2-B9DE-104C3508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170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63316C-299B-41F3-AE9C-14BF0E59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3B9050-0CDB-4746-A79A-BC2B31D34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B8A035-BBAB-49D9-8D7E-32C938D6F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8230-2161-4C1B-98CB-244B096A0B10}" type="datetimeFigureOut">
              <a:rPr lang="ca-ES" smtClean="0"/>
              <a:t>26/5/2022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D89175-7FF2-402A-A5EA-B1E2AA53E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AFAA9D-D26F-4AA0-B67D-B310C3C5B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C785F-FED4-4005-9A91-B2B79D82F9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0654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Béisbol">
            <a:extLst>
              <a:ext uri="{FF2B5EF4-FFF2-40B4-BE49-F238E27FC236}">
                <a16:creationId xmlns:a16="http://schemas.microsoft.com/office/drawing/2014/main" id="{1E2AD789-A793-4B46-A71F-A9964CEA2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9387" y="1896066"/>
            <a:ext cx="914400" cy="914400"/>
          </a:xfrm>
          <a:prstGeom prst="rect">
            <a:avLst/>
          </a:prstGeom>
        </p:spPr>
      </p:pic>
      <p:pic>
        <p:nvPicPr>
          <p:cNvPr id="8" name="Gráfico 7" descr="Perfil de hombre">
            <a:extLst>
              <a:ext uri="{FF2B5EF4-FFF2-40B4-BE49-F238E27FC236}">
                <a16:creationId xmlns:a16="http://schemas.microsoft.com/office/drawing/2014/main" id="{5D2B0F85-5A40-45B0-BB63-C6DE635C1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9904" y="4034739"/>
            <a:ext cx="914400" cy="9144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D6D5AD7-E887-4EED-B591-32F9F653B5F8}"/>
              </a:ext>
            </a:extLst>
          </p:cNvPr>
          <p:cNvSpPr/>
          <p:nvPr/>
        </p:nvSpPr>
        <p:spPr>
          <a:xfrm>
            <a:off x="378279" y="345273"/>
            <a:ext cx="118137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0" i="0">
                <a:solidFill>
                  <a:srgbClr val="526069"/>
                </a:solidFill>
                <a:effectLst/>
                <a:latin typeface="Montserrat" panose="02000505000000020004" pitchFamily="2" charset="0"/>
              </a:rPr>
              <a:t>Aquest programa calcula l'edat mitjana d'un número de persones introduït per teclat.</a:t>
            </a:r>
            <a:br>
              <a:rPr lang="es-ES"/>
            </a:br>
            <a:br>
              <a:rPr lang="es-ES"/>
            </a:br>
            <a:r>
              <a:rPr lang="es-ES" b="0" i="0">
                <a:solidFill>
                  <a:srgbClr val="526069"/>
                </a:solidFill>
                <a:effectLst/>
                <a:highlight>
                  <a:srgbClr val="FFFF00"/>
                </a:highlight>
                <a:latin typeface="Montserrat" panose="02000505000000020004" pitchFamily="2" charset="0"/>
              </a:rPr>
              <a:t>S'ha de crear una funció que s'encarregui de demanar les edats a l'usuari i de calcular l'edat mitjana</a:t>
            </a:r>
            <a:r>
              <a:rPr lang="es-ES" b="0" i="0">
                <a:solidFill>
                  <a:srgbClr val="526069"/>
                </a:solidFill>
                <a:effectLst/>
                <a:latin typeface="Montserrat" panose="02000505000000020004" pitchFamily="2" charset="0"/>
              </a:rPr>
              <a:t>.</a:t>
            </a:r>
            <a:br>
              <a:rPr lang="es-ES"/>
            </a:br>
            <a:br>
              <a:rPr lang="es-ES"/>
            </a:br>
            <a:r>
              <a:rPr lang="es-ES" b="0" i="0">
                <a:solidFill>
                  <a:srgbClr val="37474F"/>
                </a:solidFill>
                <a:effectLst/>
                <a:latin typeface="Montserrat" panose="02000505000000020004" pitchFamily="2" charset="0"/>
              </a:rPr>
              <a:t>La funció </a:t>
            </a:r>
            <a:r>
              <a:rPr lang="es-ES" b="0" i="0">
                <a:solidFill>
                  <a:srgbClr val="37474F"/>
                </a:solidFill>
                <a:effectLst/>
                <a:highlight>
                  <a:srgbClr val="FF00FF"/>
                </a:highlight>
                <a:latin typeface="Montserrat" panose="02000505000000020004" pitchFamily="2" charset="0"/>
              </a:rPr>
              <a:t>rebrà per paràmetre el nº de persones a qui ha de demanar l'edat</a:t>
            </a:r>
            <a:r>
              <a:rPr lang="es-ES" b="0" i="0">
                <a:solidFill>
                  <a:srgbClr val="37474F"/>
                </a:solidFill>
                <a:effectLst/>
                <a:latin typeface="Montserrat" panose="02000505000000020004" pitchFamily="2" charset="0"/>
              </a:rPr>
              <a:t>.</a:t>
            </a:r>
          </a:p>
          <a:p>
            <a:r>
              <a:rPr lang="es-ES" b="0" i="0">
                <a:solidFill>
                  <a:srgbClr val="37474F"/>
                </a:solidFill>
                <a:effectLst/>
                <a:highlight>
                  <a:srgbClr val="00FF00"/>
                </a:highlight>
                <a:latin typeface="Montserrat" panose="02000505000000020004" pitchFamily="2" charset="0"/>
              </a:rPr>
              <a:t>L'edat de les persones només serà vàlida si està compresa entre 0 i 120 anys.</a:t>
            </a:r>
          </a:p>
          <a:p>
            <a:r>
              <a:rPr lang="es-ES" b="0" i="0">
                <a:solidFill>
                  <a:srgbClr val="37474F"/>
                </a:solidFill>
                <a:effectLst/>
                <a:highlight>
                  <a:srgbClr val="C0C0C0"/>
                </a:highlight>
                <a:latin typeface="Montserrat" panose="02000505000000020004" pitchFamily="2" charset="0"/>
              </a:rPr>
              <a:t>La mitjana de les edats introduïdes s'ha de retornar per la funció (return).</a:t>
            </a:r>
          </a:p>
        </p:txBody>
      </p:sp>
      <p:pic>
        <p:nvPicPr>
          <p:cNvPr id="11" name="Gráfico 10" descr="Diseño web">
            <a:extLst>
              <a:ext uri="{FF2B5EF4-FFF2-40B4-BE49-F238E27FC236}">
                <a16:creationId xmlns:a16="http://schemas.microsoft.com/office/drawing/2014/main" id="{D693622F-BE04-417D-A32C-95C12EF538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3519" y="2441121"/>
            <a:ext cx="914400" cy="9144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C35EE9D-3BFB-46CE-9BE0-954919D7116E}"/>
              </a:ext>
            </a:extLst>
          </p:cNvPr>
          <p:cNvSpPr txBox="1"/>
          <p:nvPr/>
        </p:nvSpPr>
        <p:spPr>
          <a:xfrm>
            <a:off x="332497" y="3244334"/>
            <a:ext cx="464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>
                <a:highlight>
                  <a:srgbClr val="FFFF00"/>
                </a:highlight>
              </a:rPr>
              <a:t>&lt;INPUT TYPE NUMBER ID="</a:t>
            </a:r>
            <a:r>
              <a:rPr lang="ca-ES" b="1">
                <a:highlight>
                  <a:srgbClr val="FFFF00"/>
                </a:highlight>
              </a:rPr>
              <a:t>numeroPersonas</a:t>
            </a:r>
            <a:r>
              <a:rPr lang="ca-ES">
                <a:highlight>
                  <a:srgbClr val="FFFF00"/>
                </a:highlight>
              </a:rPr>
              <a:t>"/&gt;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197CCC-A466-4248-9915-0B3ECA35368A}"/>
              </a:ext>
            </a:extLst>
          </p:cNvPr>
          <p:cNvSpPr txBox="1"/>
          <p:nvPr/>
        </p:nvSpPr>
        <p:spPr>
          <a:xfrm>
            <a:off x="2146268" y="477110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>
                <a:highlight>
                  <a:srgbClr val="00FFFF"/>
                </a:highlight>
              </a:rPr>
              <a:t>MAIN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FCA96E-5F8B-4CF6-88D4-C5C3E39D8DB6}"/>
              </a:ext>
            </a:extLst>
          </p:cNvPr>
          <p:cNvSpPr txBox="1"/>
          <p:nvPr/>
        </p:nvSpPr>
        <p:spPr>
          <a:xfrm>
            <a:off x="595993" y="5213918"/>
            <a:ext cx="47672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1. Leer valor del INPUT </a:t>
            </a:r>
            <a:r>
              <a:rPr lang="ca-ES" b="1">
                <a:highlight>
                  <a:srgbClr val="FFFF00"/>
                </a:highlight>
              </a:rPr>
              <a:t>numeroPersonas</a:t>
            </a:r>
          </a:p>
          <a:p>
            <a:r>
              <a:rPr lang="ca-ES"/>
              <a:t>2. Enviarlo a CALCULAR</a:t>
            </a:r>
          </a:p>
          <a:p>
            <a:r>
              <a:rPr lang="ca-ES"/>
              <a:t>    let promedioEdad = calcular(</a:t>
            </a:r>
            <a:r>
              <a:rPr lang="ca-ES" b="1">
                <a:highlight>
                  <a:srgbClr val="FFFF00"/>
                </a:highlight>
              </a:rPr>
              <a:t>numeroPersonas</a:t>
            </a:r>
            <a:r>
              <a:rPr lang="ca-ES"/>
              <a:t>)</a:t>
            </a:r>
          </a:p>
          <a:p>
            <a:r>
              <a:rPr lang="ca-ES"/>
              <a:t>3. Mostrar promedioEdad por pantalla</a:t>
            </a:r>
          </a:p>
          <a:p>
            <a:endParaRPr lang="ca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7C5355-46F9-4745-BB83-AF929F51DDF2}"/>
              </a:ext>
            </a:extLst>
          </p:cNvPr>
          <p:cNvSpPr txBox="1"/>
          <p:nvPr/>
        </p:nvSpPr>
        <p:spPr>
          <a:xfrm>
            <a:off x="9084819" y="2812567"/>
            <a:ext cx="211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>
                <a:highlight>
                  <a:srgbClr val="00FFFF"/>
                </a:highlight>
              </a:rPr>
              <a:t>CALCULAR(</a:t>
            </a:r>
            <a:r>
              <a:rPr lang="ca-ES" b="1">
                <a:highlight>
                  <a:srgbClr val="FF00FF"/>
                </a:highlight>
              </a:rPr>
              <a:t>cantidad</a:t>
            </a:r>
            <a:r>
              <a:rPr lang="ca-ES">
                <a:highlight>
                  <a:srgbClr val="00FFFF"/>
                </a:highlight>
              </a:rPr>
              <a:t>)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08E9385-30F2-4DFE-BF0C-A90181862E95}"/>
              </a:ext>
            </a:extLst>
          </p:cNvPr>
          <p:cNvCxnSpPr/>
          <p:nvPr/>
        </p:nvCxnSpPr>
        <p:spPr>
          <a:xfrm>
            <a:off x="3853543" y="3515337"/>
            <a:ext cx="0" cy="1784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866B914-8797-4AC7-ACA2-7B74643B1CE7}"/>
              </a:ext>
            </a:extLst>
          </p:cNvPr>
          <p:cNvCxnSpPr>
            <a:endCxn id="15" idx="1"/>
          </p:cNvCxnSpPr>
          <p:nvPr/>
        </p:nvCxnSpPr>
        <p:spPr>
          <a:xfrm flipV="1">
            <a:off x="4524373" y="2997233"/>
            <a:ext cx="4560446" cy="2019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E0F4CF9-12B4-4370-92E6-02AF92379BC2}"/>
              </a:ext>
            </a:extLst>
          </p:cNvPr>
          <p:cNvSpPr txBox="1"/>
          <p:nvPr/>
        </p:nvSpPr>
        <p:spPr>
          <a:xfrm>
            <a:off x="8394213" y="3230338"/>
            <a:ext cx="2179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/>
              <a:t>inicializa edad, suma;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E24463C-8B61-4B79-9B24-90836BA5BA29}"/>
              </a:ext>
            </a:extLst>
          </p:cNvPr>
          <p:cNvSpPr txBox="1"/>
          <p:nvPr/>
        </p:nvSpPr>
        <p:spPr>
          <a:xfrm>
            <a:off x="8338458" y="3524612"/>
            <a:ext cx="362361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000" b="1">
                <a:solidFill>
                  <a:srgbClr val="0000FF"/>
                </a:solidFill>
              </a:rPr>
              <a:t>for (let i = 1; i&lt;=cantidad; i++) {</a:t>
            </a:r>
          </a:p>
          <a:p>
            <a:r>
              <a:rPr lang="ca-ES">
                <a:highlight>
                  <a:srgbClr val="00FF00"/>
                </a:highlight>
              </a:rPr>
              <a:t>    </a:t>
            </a:r>
            <a:r>
              <a:rPr lang="ca-ES" b="1">
                <a:highlight>
                  <a:srgbClr val="00FF00"/>
                </a:highlight>
              </a:rPr>
              <a:t>do</a:t>
            </a:r>
            <a:r>
              <a:rPr lang="ca-ES">
                <a:highlight>
                  <a:srgbClr val="00FF00"/>
                </a:highlight>
              </a:rPr>
              <a:t> {</a:t>
            </a:r>
          </a:p>
          <a:p>
            <a:r>
              <a:rPr lang="ca-ES">
                <a:highlight>
                  <a:srgbClr val="00FF00"/>
                </a:highlight>
              </a:rPr>
              <a:t>        edad = </a:t>
            </a:r>
            <a:r>
              <a:rPr lang="ca-ES" b="1">
                <a:highlight>
                  <a:srgbClr val="00FF00"/>
                </a:highlight>
              </a:rPr>
              <a:t>parseInt</a:t>
            </a:r>
            <a:r>
              <a:rPr lang="ca-ES">
                <a:highlight>
                  <a:srgbClr val="00FF00"/>
                </a:highlight>
              </a:rPr>
              <a:t>(prompt...</a:t>
            </a:r>
          </a:p>
          <a:p>
            <a:r>
              <a:rPr lang="ca-ES">
                <a:highlight>
                  <a:srgbClr val="00FF00"/>
                </a:highlight>
              </a:rPr>
              <a:t>        if (edad &lt; 0 || edad &gt; 120) {</a:t>
            </a:r>
          </a:p>
          <a:p>
            <a:r>
              <a:rPr lang="ca-ES">
                <a:highlight>
                  <a:srgbClr val="00FF00"/>
                </a:highlight>
              </a:rPr>
              <a:t>           alert(edad mala)</a:t>
            </a:r>
          </a:p>
          <a:p>
            <a:r>
              <a:rPr lang="ca-ES">
                <a:highlight>
                  <a:srgbClr val="00FF00"/>
                </a:highlight>
              </a:rPr>
              <a:t>        }</a:t>
            </a:r>
          </a:p>
          <a:p>
            <a:r>
              <a:rPr lang="ca-ES">
                <a:highlight>
                  <a:srgbClr val="00FF00"/>
                </a:highlight>
              </a:rPr>
              <a:t>    } while (edad &lt; 0 || edad &gt; 120);     </a:t>
            </a:r>
          </a:p>
          <a:p>
            <a:r>
              <a:rPr lang="ca-ES"/>
              <a:t>    suma += edad;</a:t>
            </a:r>
          </a:p>
          <a:p>
            <a:r>
              <a:rPr lang="ca-ES" sz="2000" b="1">
                <a:solidFill>
                  <a:srgbClr val="0000FF"/>
                </a:solidFill>
              </a:rPr>
              <a:t>}</a:t>
            </a:r>
          </a:p>
          <a:p>
            <a:r>
              <a:rPr lang="ca-ES" sz="2000" b="1">
                <a:solidFill>
                  <a:srgbClr val="0000FF"/>
                </a:solidFill>
                <a:highlight>
                  <a:srgbClr val="C0C0C0"/>
                </a:highlight>
              </a:rPr>
              <a:t>return suma / cantidad;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9DEF0D3-6203-4F6C-93F3-14D657267FE2}"/>
              </a:ext>
            </a:extLst>
          </p:cNvPr>
          <p:cNvCxnSpPr>
            <a:cxnSpLocks/>
          </p:cNvCxnSpPr>
          <p:nvPr/>
        </p:nvCxnSpPr>
        <p:spPr>
          <a:xfrm>
            <a:off x="9264537" y="1652269"/>
            <a:ext cx="1027128" cy="724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4CFD0EA-E8F5-47FB-AA2A-919B1F0B8964}"/>
              </a:ext>
            </a:extLst>
          </p:cNvPr>
          <p:cNvCxnSpPr>
            <a:cxnSpLocks/>
          </p:cNvCxnSpPr>
          <p:nvPr/>
        </p:nvCxnSpPr>
        <p:spPr>
          <a:xfrm>
            <a:off x="7623110" y="5775649"/>
            <a:ext cx="48425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A78FFD2-2CAA-436F-84F8-E13409C4F3E0}"/>
              </a:ext>
            </a:extLst>
          </p:cNvPr>
          <p:cNvCxnSpPr>
            <a:cxnSpLocks/>
          </p:cNvCxnSpPr>
          <p:nvPr/>
        </p:nvCxnSpPr>
        <p:spPr>
          <a:xfrm flipH="1" flipV="1">
            <a:off x="5290282" y="5976458"/>
            <a:ext cx="4665656" cy="46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7E94303-3DD2-4193-A4F8-9A593A8C1248}"/>
              </a:ext>
            </a:extLst>
          </p:cNvPr>
          <p:cNvSpPr txBox="1"/>
          <p:nvPr/>
        </p:nvSpPr>
        <p:spPr>
          <a:xfrm>
            <a:off x="5489998" y="2594726"/>
            <a:ext cx="2007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/>
              <a:t>Number</a:t>
            </a:r>
          </a:p>
          <a:p>
            <a:r>
              <a:rPr lang="ca-ES"/>
              <a:t>parseInt</a:t>
            </a:r>
          </a:p>
          <a:p>
            <a:r>
              <a:rPr lang="ca-ES"/>
              <a:t>parseFloat</a:t>
            </a:r>
          </a:p>
        </p:txBody>
      </p:sp>
    </p:spTree>
    <p:extLst>
      <p:ext uri="{BB962C8B-B14F-4D97-AF65-F5344CB8AC3E}">
        <p14:creationId xmlns:p14="http://schemas.microsoft.com/office/powerpoint/2010/main" val="1702119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Panorámica</PresentationFormat>
  <Paragraphs>24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3</cp:revision>
  <dcterms:created xsi:type="dcterms:W3CDTF">2022-05-26T08:42:30Z</dcterms:created>
  <dcterms:modified xsi:type="dcterms:W3CDTF">2022-05-26T08:59:25Z</dcterms:modified>
</cp:coreProperties>
</file>