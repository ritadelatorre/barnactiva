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43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7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FE8E26-55FD-4C5E-AE51-4F369959A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CA8583-A333-43BB-AE6D-C77425A24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EA22F3-3C7F-4263-B7DA-871201ECC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BC0B2-AD04-4C63-912C-92D84C5E0D45}" type="datetimeFigureOut">
              <a:rPr lang="ca-ES" smtClean="0"/>
              <a:t>1/2/2023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B44AE8-9478-409A-BADA-3F15B6D03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AF4C9C-1B7F-4D7E-BE21-3CD99AEC8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A338-C2A4-42EE-83DD-ABD9E1C4CC5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624076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41639-D878-4052-A7C7-F1EC853B5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C42810-3315-4E7B-BEE1-CF2BF97F3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874A09-FB41-4C5D-806D-488AE37E3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BC0B2-AD04-4C63-912C-92D84C5E0D45}" type="datetimeFigureOut">
              <a:rPr lang="ca-ES" smtClean="0"/>
              <a:t>1/2/2023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90C68B-60EE-436D-9340-B38A42587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1EF081-1922-4F7C-BFE4-06663A9F9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A338-C2A4-42EE-83DD-ABD9E1C4CC5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881552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84B84-7C0D-4893-9BAB-E6BE59EA2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D649AF-C9C2-4FBE-87F2-234CE2D6C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1CA851-1E23-4FBB-9249-9CE652E65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BC0B2-AD04-4C63-912C-92D84C5E0D45}" type="datetimeFigureOut">
              <a:rPr lang="ca-ES" smtClean="0"/>
              <a:t>1/2/2023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08FB8A-D4D2-4DDA-A97F-245AFCE14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9E053D-A3D1-44ED-AD73-36A753186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A338-C2A4-42EE-83DD-ABD9E1C4CC5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827156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98EA80-C632-4969-AA45-66E787A91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4460-67F0-4432-95D3-67B641DF30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9D3459F-4781-4EBF-A11D-22AD8377F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C66C1A-E64A-43BE-85D1-090566288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BC0B2-AD04-4C63-912C-92D84C5E0D45}" type="datetimeFigureOut">
              <a:rPr lang="ca-ES" smtClean="0"/>
              <a:t>1/2/2023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BE1EC3-1C57-45E4-98AC-0B5E2F610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762A6F-4D52-4A8E-8D67-159F9BFA6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A338-C2A4-42EE-83DD-ABD9E1C4CC5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418619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09BEAE-11E2-46EE-9C01-95756A702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7FE640-DDEB-483C-8411-9CFEFCF2D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2015E6-FEC0-4D61-949F-6214A0B00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5F38D1-6BFD-41EC-AD35-091C0C8F5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E863DF8-7653-4C4F-979B-6C6932A66B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1A78C56-DC79-497A-9E71-2552C49AE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BC0B2-AD04-4C63-912C-92D84C5E0D45}" type="datetimeFigureOut">
              <a:rPr lang="ca-ES" smtClean="0"/>
              <a:t>1/2/2023</a:t>
            </a:fld>
            <a:endParaRPr lang="ca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DA63750-15A2-4212-A8D5-89CA1E486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8C7AAD1-A662-4177-A08E-C1F15128A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A338-C2A4-42EE-83DD-ABD9E1C4CC5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87440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57B77-4864-49EC-A9F5-AA18DE6A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4D466C3-719E-45D2-9F39-E93C3FFBC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BC0B2-AD04-4C63-912C-92D84C5E0D45}" type="datetimeFigureOut">
              <a:rPr lang="ca-ES" smtClean="0"/>
              <a:t>1/2/2023</a:t>
            </a:fld>
            <a:endParaRPr lang="ca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3BE913-DECF-4A00-8C6A-23F317512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3F024-3ED8-45A4-9309-9022F5FD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A338-C2A4-42EE-83DD-ABD9E1C4CC5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825337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ED44264-5B39-4501-AA83-89708F0EE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BC0B2-AD04-4C63-912C-92D84C5E0D45}" type="datetimeFigureOut">
              <a:rPr lang="ca-ES" smtClean="0"/>
              <a:t>1/2/2023</a:t>
            </a:fld>
            <a:endParaRPr lang="ca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9A80DDB-DD20-4E0A-8E1C-4729923A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78985E-A1BC-4DEE-9A56-07C420B6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A338-C2A4-42EE-83DD-ABD9E1C4CC5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962717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290B6B-7CC0-473E-BAB2-0B318431F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BAEADC-CBEE-48EB-98B3-3C36DBDF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986413-A47F-4651-8C65-F3E159855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8B2F38-12C8-425C-840C-43C31D718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BC0B2-AD04-4C63-912C-92D84C5E0D45}" type="datetimeFigureOut">
              <a:rPr lang="ca-ES" smtClean="0"/>
              <a:t>1/2/2023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776E39-6F15-4FB5-AF98-C02E0596B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F24B2D-819D-4250-996C-D8205370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A338-C2A4-42EE-83DD-ABD9E1C4CC5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430232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8D7AE-D9C2-4D2D-A68D-6842495F1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C2880DF-CE9E-4708-9FB8-C497732C9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a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3D6B53-A6EB-4051-AC33-B81E0B012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3EA496-C3E5-4460-8149-02AE6277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BC0B2-AD04-4C63-912C-92D84C5E0D45}" type="datetimeFigureOut">
              <a:rPr lang="ca-ES" smtClean="0"/>
              <a:t>1/2/2023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3207F5-5C8C-485C-A170-BE567DAF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075705-28AA-4394-A56B-3F05A4D2C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A338-C2A4-42EE-83DD-ABD9E1C4CC5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704777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5D914-EEE7-43ED-89F5-41F92CF86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604895-D886-4046-99CA-5FA24D56E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83379A-53FB-4B13-8967-05CF465F3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BC0B2-AD04-4C63-912C-92D84C5E0D45}" type="datetimeFigureOut">
              <a:rPr lang="ca-ES" smtClean="0"/>
              <a:t>1/2/2023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99D2B9-8784-42E5-AB5A-06D28E36D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AB68FB-2D50-461D-8F9F-7E8913E17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A338-C2A4-42EE-83DD-ABD9E1C4CC5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855228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BDA1B3D-C1CD-4EB7-9001-C0F9D35E28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569A603-DDA9-4802-9111-E065512E4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15848B-F527-4664-8E87-AD2D8AF92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BC0B2-AD04-4C63-912C-92D84C5E0D45}" type="datetimeFigureOut">
              <a:rPr lang="ca-ES" smtClean="0"/>
              <a:t>1/2/2023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95445E-174C-4CFD-9E02-C59DC3A0C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CF2169-04B1-473F-B8F2-1E904965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A338-C2A4-42EE-83DD-ABD9E1C4CC5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88744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30E0803-46E8-4126-B109-C44A4FF98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311D60-E874-4546-B4B8-50C4DD722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7E49E7-3A9E-4625-8E8B-233113465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BC0B2-AD04-4C63-912C-92D84C5E0D45}" type="datetimeFigureOut">
              <a:rPr lang="ca-ES" smtClean="0"/>
              <a:t>1/2/2023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9D9894-DAE7-47F0-82D5-5CFD45077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509390-137B-4101-AF02-483800A07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2A338-C2A4-42EE-83DD-ABD9E1C4CC5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656571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534F64E-556A-4447-822D-27BDB0A3B35F}"/>
              </a:ext>
            </a:extLst>
          </p:cNvPr>
          <p:cNvSpPr txBox="1"/>
          <p:nvPr/>
        </p:nvSpPr>
        <p:spPr>
          <a:xfrm>
            <a:off x="587827" y="466604"/>
            <a:ext cx="3881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3600"/>
              <a:t>Expresión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3606AD-D38B-444E-902B-E2FB1DFE3407}"/>
              </a:ext>
            </a:extLst>
          </p:cNvPr>
          <p:cNvSpPr txBox="1"/>
          <p:nvPr/>
        </p:nvSpPr>
        <p:spPr>
          <a:xfrm>
            <a:off x="580528" y="1062264"/>
            <a:ext cx="115300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>
                <a:solidFill>
                  <a:schemeClr val="accent1"/>
                </a:solidFill>
              </a:rPr>
              <a:t>Valores, operadores y variables para llegar a un resultado </a:t>
            </a:r>
            <a:r>
              <a:rPr lang="ca-ES" sz="2400"/>
              <a:t>o </a:t>
            </a:r>
            <a:r>
              <a:rPr lang="ca-ES" sz="2400">
                <a:solidFill>
                  <a:srgbClr val="FF0000"/>
                </a:solidFill>
              </a:rPr>
              <a:t>asignar un valor a una variable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61D25CD-4DA8-47CB-BBA1-50A9E4872C6E}"/>
              </a:ext>
            </a:extLst>
          </p:cNvPr>
          <p:cNvSpPr txBox="1"/>
          <p:nvPr/>
        </p:nvSpPr>
        <p:spPr>
          <a:xfrm>
            <a:off x="728829" y="1845122"/>
            <a:ext cx="12779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000"/>
              <a:t>edad </a:t>
            </a:r>
            <a:r>
              <a:rPr lang="ca-ES" sz="2000">
                <a:solidFill>
                  <a:srgbClr val="FF0000"/>
                </a:solidFill>
              </a:rPr>
              <a:t>=</a:t>
            </a:r>
            <a:r>
              <a:rPr lang="ca-ES" sz="2000"/>
              <a:t> 21;</a:t>
            </a:r>
          </a:p>
          <a:p>
            <a:endParaRPr lang="ca-ES" sz="200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5342ECD-701A-40E9-81EC-4EFDB36067E1}"/>
              </a:ext>
            </a:extLst>
          </p:cNvPr>
          <p:cNvCxnSpPr>
            <a:cxnSpLocks/>
          </p:cNvCxnSpPr>
          <p:nvPr/>
        </p:nvCxnSpPr>
        <p:spPr>
          <a:xfrm flipV="1">
            <a:off x="2251401" y="1472765"/>
            <a:ext cx="5619398" cy="439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84AD59B5-FD80-45F2-A5D4-377F5E1CB687}"/>
              </a:ext>
            </a:extLst>
          </p:cNvPr>
          <p:cNvSpPr txBox="1"/>
          <p:nvPr/>
        </p:nvSpPr>
        <p:spPr>
          <a:xfrm>
            <a:off x="687851" y="2199065"/>
            <a:ext cx="3214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000"/>
              <a:t>suma = 2 + 5 + precioArticulo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627171B-7C37-4EBD-A60F-01AA5A35D7E7}"/>
              </a:ext>
            </a:extLst>
          </p:cNvPr>
          <p:cNvSpPr txBox="1"/>
          <p:nvPr/>
        </p:nvSpPr>
        <p:spPr>
          <a:xfrm>
            <a:off x="5501548" y="1996044"/>
            <a:ext cx="3676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800"/>
              <a:t>** elevar 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9389927-1A25-4BFD-8CF2-000D7DA650AF}"/>
              </a:ext>
            </a:extLst>
          </p:cNvPr>
          <p:cNvSpPr txBox="1"/>
          <p:nvPr/>
        </p:nvSpPr>
        <p:spPr>
          <a:xfrm>
            <a:off x="8048906" y="1996044"/>
            <a:ext cx="3795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800"/>
              <a:t>resultado = 2**3;	//8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5F4C79A-BCFE-43C6-99AA-698585038A01}"/>
              </a:ext>
            </a:extLst>
          </p:cNvPr>
          <p:cNvSpPr txBox="1"/>
          <p:nvPr/>
        </p:nvSpPr>
        <p:spPr>
          <a:xfrm>
            <a:off x="5501548" y="2519264"/>
            <a:ext cx="367626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800"/>
              <a:t>* multiplicación</a:t>
            </a:r>
          </a:p>
          <a:p>
            <a:r>
              <a:rPr lang="ca-ES" sz="2800"/>
              <a:t>/ división</a:t>
            </a:r>
          </a:p>
          <a:p>
            <a:r>
              <a:rPr lang="ca-ES" sz="2800"/>
              <a:t>% resto, residuo </a:t>
            </a:r>
            <a:br>
              <a:rPr lang="ca-ES" sz="2800"/>
            </a:br>
            <a:r>
              <a:rPr lang="ca-ES" sz="2800"/>
              <a:t>    o modulo</a:t>
            </a:r>
          </a:p>
          <a:p>
            <a:endParaRPr lang="ca-ES" sz="2800"/>
          </a:p>
          <a:p>
            <a:endParaRPr lang="ca-ES" sz="2800"/>
          </a:p>
          <a:p>
            <a:r>
              <a:rPr lang="ca-ES" sz="2800"/>
              <a:t>+ suma</a:t>
            </a:r>
          </a:p>
          <a:p>
            <a:r>
              <a:rPr lang="ca-ES" sz="2800"/>
              <a:t>- resta </a:t>
            </a:r>
          </a:p>
          <a:p>
            <a:r>
              <a:rPr lang="ca-ES" sz="2800">
                <a:solidFill>
                  <a:schemeClr val="bg1">
                    <a:lumMod val="65000"/>
                  </a:schemeClr>
                </a:solidFill>
              </a:rPr>
              <a:t>++ incrementar</a:t>
            </a:r>
          </a:p>
          <a:p>
            <a:r>
              <a:rPr lang="ca-ES" sz="2800">
                <a:solidFill>
                  <a:schemeClr val="bg1">
                    <a:lumMod val="65000"/>
                  </a:schemeClr>
                </a:solidFill>
              </a:rPr>
              <a:t>-- disminuir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F825551-35BC-441B-B838-B32AC3684EC4}"/>
              </a:ext>
            </a:extLst>
          </p:cNvPr>
          <p:cNvSpPr txBox="1"/>
          <p:nvPr/>
        </p:nvSpPr>
        <p:spPr>
          <a:xfrm>
            <a:off x="8048905" y="2519264"/>
            <a:ext cx="37950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800"/>
              <a:t>resultado = 2*3; 	// 6</a:t>
            </a:r>
          </a:p>
          <a:p>
            <a:r>
              <a:rPr lang="ca-ES" sz="2800"/>
              <a:t>resultado = 5/2; 	// 2,5</a:t>
            </a:r>
          </a:p>
          <a:p>
            <a:r>
              <a:rPr lang="ca-ES" sz="2800"/>
              <a:t>resultado = 5%2; 	//1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921D687-0629-4FB6-9882-3CDE512D6E32}"/>
              </a:ext>
            </a:extLst>
          </p:cNvPr>
          <p:cNvSpPr txBox="1"/>
          <p:nvPr/>
        </p:nvSpPr>
        <p:spPr>
          <a:xfrm>
            <a:off x="8238730" y="381456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/>
              <a:t>5</a:t>
            </a:r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610DF4FC-4DF7-40D9-A698-3CB88B2D1576}"/>
              </a:ext>
            </a:extLst>
          </p:cNvPr>
          <p:cNvSpPr/>
          <p:nvPr/>
        </p:nvSpPr>
        <p:spPr>
          <a:xfrm>
            <a:off x="8725098" y="3881856"/>
            <a:ext cx="1078879" cy="410547"/>
          </a:xfrm>
          <a:custGeom>
            <a:avLst/>
            <a:gdLst>
              <a:gd name="connsiteX0" fmla="*/ 0 w 1735493"/>
              <a:gd name="connsiteY0" fmla="*/ 0 h 410547"/>
              <a:gd name="connsiteX1" fmla="*/ 0 w 1735493"/>
              <a:gd name="connsiteY1" fmla="*/ 410547 h 410547"/>
              <a:gd name="connsiteX2" fmla="*/ 1735493 w 1735493"/>
              <a:gd name="connsiteY2" fmla="*/ 373225 h 410547"/>
              <a:gd name="connsiteX3" fmla="*/ 1735493 w 1735493"/>
              <a:gd name="connsiteY3" fmla="*/ 373225 h 410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5493" h="410547">
                <a:moveTo>
                  <a:pt x="0" y="0"/>
                </a:moveTo>
                <a:lnTo>
                  <a:pt x="0" y="410547"/>
                </a:lnTo>
                <a:lnTo>
                  <a:pt x="1735493" y="373225"/>
                </a:lnTo>
                <a:lnTo>
                  <a:pt x="1735493" y="373225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sz="140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EF4F57D-19DA-49DF-94EB-EF3B66F89760}"/>
              </a:ext>
            </a:extLst>
          </p:cNvPr>
          <p:cNvSpPr txBox="1"/>
          <p:nvPr/>
        </p:nvSpPr>
        <p:spPr>
          <a:xfrm>
            <a:off x="8919352" y="374751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/>
              <a:t>2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64CE242-9007-4FDB-BD29-1A4F7C03316A}"/>
              </a:ext>
            </a:extLst>
          </p:cNvPr>
          <p:cNvSpPr txBox="1"/>
          <p:nvPr/>
        </p:nvSpPr>
        <p:spPr>
          <a:xfrm>
            <a:off x="8972250" y="420403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/>
              <a:t>2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E0C29DA-221A-479C-97DC-330561E89D92}"/>
              </a:ext>
            </a:extLst>
          </p:cNvPr>
          <p:cNvSpPr txBox="1"/>
          <p:nvPr/>
        </p:nvSpPr>
        <p:spPr>
          <a:xfrm>
            <a:off x="8239761" y="4143242"/>
            <a:ext cx="320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400"/>
              <a:t>4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7D3F391-7C0A-469D-96AF-C4306B57F3A6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870714" y="3993188"/>
            <a:ext cx="1369047" cy="380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3095D7F-D914-46EF-88DE-8ACB6E4AB543}"/>
              </a:ext>
            </a:extLst>
          </p:cNvPr>
          <p:cNvSpPr txBox="1"/>
          <p:nvPr/>
        </p:nvSpPr>
        <p:spPr>
          <a:xfrm>
            <a:off x="698840" y="2530326"/>
            <a:ext cx="33810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3200"/>
              <a:t>= (2 + 5) *2 / 5 % 2 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596DDEF9-2CE6-49EE-9D9A-055CEA82B4AA}"/>
              </a:ext>
            </a:extLst>
          </p:cNvPr>
          <p:cNvCxnSpPr>
            <a:cxnSpLocks/>
          </p:cNvCxnSpPr>
          <p:nvPr/>
        </p:nvCxnSpPr>
        <p:spPr>
          <a:xfrm>
            <a:off x="4730620" y="2519264"/>
            <a:ext cx="74613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4B5E148-2FD8-42A8-9ED7-F2D51C6F91B9}"/>
              </a:ext>
            </a:extLst>
          </p:cNvPr>
          <p:cNvSpPr txBox="1"/>
          <p:nvPr/>
        </p:nvSpPr>
        <p:spPr>
          <a:xfrm>
            <a:off x="4982558" y="20615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/>
              <a:t>1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13508AC-8C40-4476-BAFD-8BF8797B1C5C}"/>
              </a:ext>
            </a:extLst>
          </p:cNvPr>
          <p:cNvSpPr txBox="1"/>
          <p:nvPr/>
        </p:nvSpPr>
        <p:spPr>
          <a:xfrm>
            <a:off x="4993453" y="25823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/>
              <a:t>2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DAC371C-BF44-44B4-9B11-7418C449FFF2}"/>
              </a:ext>
            </a:extLst>
          </p:cNvPr>
          <p:cNvCxnSpPr>
            <a:cxnSpLocks/>
          </p:cNvCxnSpPr>
          <p:nvPr/>
        </p:nvCxnSpPr>
        <p:spPr>
          <a:xfrm>
            <a:off x="4711271" y="4993944"/>
            <a:ext cx="74613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6E98F0F-7589-4742-A727-C70E519D0FCE}"/>
              </a:ext>
            </a:extLst>
          </p:cNvPr>
          <p:cNvSpPr txBox="1"/>
          <p:nvPr/>
        </p:nvSpPr>
        <p:spPr>
          <a:xfrm>
            <a:off x="5013678" y="5125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/>
              <a:t>3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A34DEF3-8E0E-4355-8CBD-DD281443F300}"/>
              </a:ext>
            </a:extLst>
          </p:cNvPr>
          <p:cNvSpPr txBox="1"/>
          <p:nvPr/>
        </p:nvSpPr>
        <p:spPr>
          <a:xfrm>
            <a:off x="677382" y="3010852"/>
            <a:ext cx="26244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3200"/>
              <a:t>= 7 * 2 / 5 % 2 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479B4DF-829B-4EA8-8747-5E4C13DACCE6}"/>
              </a:ext>
            </a:extLst>
          </p:cNvPr>
          <p:cNvSpPr txBox="1"/>
          <p:nvPr/>
        </p:nvSpPr>
        <p:spPr>
          <a:xfrm>
            <a:off x="701266" y="3457796"/>
            <a:ext cx="2233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3200"/>
              <a:t>= 14 / 5 % 2 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401DE6C-592B-4E86-B7DA-3127DB3DAE75}"/>
              </a:ext>
            </a:extLst>
          </p:cNvPr>
          <p:cNvSpPr txBox="1"/>
          <p:nvPr/>
        </p:nvSpPr>
        <p:spPr>
          <a:xfrm>
            <a:off x="687851" y="3993774"/>
            <a:ext cx="28884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3200"/>
              <a:t>= 14 / 5 % 2</a:t>
            </a:r>
          </a:p>
          <a:p>
            <a:r>
              <a:rPr lang="ca-ES" sz="3200"/>
              <a:t>= 2,8 % 2 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2071D2B-C3FC-442D-8FAC-15ABC071D533}"/>
              </a:ext>
            </a:extLst>
          </p:cNvPr>
          <p:cNvSpPr txBox="1"/>
          <p:nvPr/>
        </p:nvSpPr>
        <p:spPr>
          <a:xfrm>
            <a:off x="7371874" y="5106973"/>
            <a:ext cx="4738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/>
              <a:t>( )  alteran el orden porque se resuelven primero</a:t>
            </a:r>
          </a:p>
          <a:p>
            <a:r>
              <a:rPr lang="ca-ES"/>
              <a:t>     de adentro hacia afuera 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D58D1E6-2581-4C9F-993B-655FDD2E0685}"/>
              </a:ext>
            </a:extLst>
          </p:cNvPr>
          <p:cNvSpPr txBox="1"/>
          <p:nvPr/>
        </p:nvSpPr>
        <p:spPr>
          <a:xfrm>
            <a:off x="963860" y="5430138"/>
            <a:ext cx="39115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/>
              <a:t>suma = n1 + n2 + n3;</a:t>
            </a:r>
          </a:p>
          <a:p>
            <a:r>
              <a:rPr lang="ca-ES" sz="2400"/>
              <a:t>promedio = suma / 3;</a:t>
            </a:r>
          </a:p>
          <a:p>
            <a:r>
              <a:rPr lang="ca-ES" sz="2400">
                <a:highlight>
                  <a:srgbClr val="FFFF00"/>
                </a:highlight>
              </a:rPr>
              <a:t>promedio = (n1 + n2 + n3) / 3</a:t>
            </a:r>
            <a:r>
              <a:rPr lang="ca-ES" sz="2400"/>
              <a:t>;</a:t>
            </a:r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91D6F1D8-8753-4BD2-96C9-8A3C851D5CAF}"/>
              </a:ext>
            </a:extLst>
          </p:cNvPr>
          <p:cNvCxnSpPr>
            <a:cxnSpLocks/>
          </p:cNvCxnSpPr>
          <p:nvPr/>
        </p:nvCxnSpPr>
        <p:spPr>
          <a:xfrm flipV="1">
            <a:off x="8238730" y="4524128"/>
            <a:ext cx="414483" cy="8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FD0F593-146D-48E6-830C-FCD94B332ED3}"/>
              </a:ext>
            </a:extLst>
          </p:cNvPr>
          <p:cNvSpPr txBox="1"/>
          <p:nvPr/>
        </p:nvSpPr>
        <p:spPr>
          <a:xfrm>
            <a:off x="8271882" y="4524127"/>
            <a:ext cx="340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400">
                <a:solidFill>
                  <a:srgbClr val="FF0000"/>
                </a:solidFill>
                <a:highlight>
                  <a:srgbClr val="FFFF00"/>
                </a:highlight>
              </a:rPr>
              <a:t>1</a:t>
            </a:r>
          </a:p>
        </p:txBody>
      </p:sp>
      <p:sp>
        <p:nvSpPr>
          <p:cNvPr id="44" name="Forma libre: forma 43">
            <a:extLst>
              <a:ext uri="{FF2B5EF4-FFF2-40B4-BE49-F238E27FC236}">
                <a16:creationId xmlns:a16="http://schemas.microsoft.com/office/drawing/2014/main" id="{D1C06516-5405-42A7-AC85-F545AC2711CA}"/>
              </a:ext>
            </a:extLst>
          </p:cNvPr>
          <p:cNvSpPr/>
          <p:nvPr/>
        </p:nvSpPr>
        <p:spPr>
          <a:xfrm>
            <a:off x="10678305" y="3881856"/>
            <a:ext cx="1078879" cy="410547"/>
          </a:xfrm>
          <a:custGeom>
            <a:avLst/>
            <a:gdLst>
              <a:gd name="connsiteX0" fmla="*/ 0 w 1735493"/>
              <a:gd name="connsiteY0" fmla="*/ 0 h 410547"/>
              <a:gd name="connsiteX1" fmla="*/ 0 w 1735493"/>
              <a:gd name="connsiteY1" fmla="*/ 410547 h 410547"/>
              <a:gd name="connsiteX2" fmla="*/ 1735493 w 1735493"/>
              <a:gd name="connsiteY2" fmla="*/ 373225 h 410547"/>
              <a:gd name="connsiteX3" fmla="*/ 1735493 w 1735493"/>
              <a:gd name="connsiteY3" fmla="*/ 373225 h 410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5493" h="410547">
                <a:moveTo>
                  <a:pt x="0" y="0"/>
                </a:moveTo>
                <a:lnTo>
                  <a:pt x="0" y="410547"/>
                </a:lnTo>
                <a:lnTo>
                  <a:pt x="1735493" y="373225"/>
                </a:lnTo>
                <a:lnTo>
                  <a:pt x="1735493" y="373225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sz="140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6D670C06-CAC5-42A8-BC44-E4E85C9B6B87}"/>
              </a:ext>
            </a:extLst>
          </p:cNvPr>
          <p:cNvSpPr txBox="1"/>
          <p:nvPr/>
        </p:nvSpPr>
        <p:spPr>
          <a:xfrm>
            <a:off x="10872559" y="374751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/>
              <a:t>2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417D54D9-F782-41D3-B674-E7226FF3CC53}"/>
              </a:ext>
            </a:extLst>
          </p:cNvPr>
          <p:cNvSpPr txBox="1"/>
          <p:nvPr/>
        </p:nvSpPr>
        <p:spPr>
          <a:xfrm>
            <a:off x="10852190" y="420403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/>
              <a:t>1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872F4E3-E3D3-449B-8317-FA8C8381DF44}"/>
              </a:ext>
            </a:extLst>
          </p:cNvPr>
          <p:cNvSpPr txBox="1"/>
          <p:nvPr/>
        </p:nvSpPr>
        <p:spPr>
          <a:xfrm>
            <a:off x="10051123" y="4532279"/>
            <a:ext cx="320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400"/>
              <a:t>0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461B32B-96ED-474D-B25E-328243A586ED}"/>
              </a:ext>
            </a:extLst>
          </p:cNvPr>
          <p:cNvSpPr txBox="1"/>
          <p:nvPr/>
        </p:nvSpPr>
        <p:spPr>
          <a:xfrm>
            <a:off x="10287828" y="4532279"/>
            <a:ext cx="527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400" b="1">
                <a:solidFill>
                  <a:srgbClr val="FF0000"/>
                </a:solidFill>
                <a:highlight>
                  <a:srgbClr val="FFFF00"/>
                </a:highlight>
              </a:rPr>
              <a:t>,8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951A72D-CC5E-4108-8A36-3089DBFF3E5D}"/>
              </a:ext>
            </a:extLst>
          </p:cNvPr>
          <p:cNvSpPr txBox="1"/>
          <p:nvPr/>
        </p:nvSpPr>
        <p:spPr>
          <a:xfrm>
            <a:off x="9989539" y="3747518"/>
            <a:ext cx="639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/>
              <a:t>2,8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CCBCC31-865C-4714-BD0C-BB5E86260E70}"/>
              </a:ext>
            </a:extLst>
          </p:cNvPr>
          <p:cNvSpPr txBox="1"/>
          <p:nvPr/>
        </p:nvSpPr>
        <p:spPr>
          <a:xfrm>
            <a:off x="10039958" y="416026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/>
              <a:t>2</a:t>
            </a:r>
          </a:p>
        </p:txBody>
      </p: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71872899-F294-4D3F-B799-0592A2A0B1E2}"/>
              </a:ext>
            </a:extLst>
          </p:cNvPr>
          <p:cNvCxnSpPr>
            <a:cxnSpLocks/>
            <a:endCxn id="48" idx="0"/>
          </p:cNvCxnSpPr>
          <p:nvPr/>
        </p:nvCxnSpPr>
        <p:spPr>
          <a:xfrm flipV="1">
            <a:off x="10062367" y="4532279"/>
            <a:ext cx="489423" cy="29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781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Panorámica</PresentationFormat>
  <Paragraphs>42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delatorrerita</dc:creator>
  <cp:lastModifiedBy>delatorrerita</cp:lastModifiedBy>
  <cp:revision>4</cp:revision>
  <dcterms:created xsi:type="dcterms:W3CDTF">2023-02-01T09:12:44Z</dcterms:created>
  <dcterms:modified xsi:type="dcterms:W3CDTF">2023-02-01T11:26:51Z</dcterms:modified>
</cp:coreProperties>
</file>